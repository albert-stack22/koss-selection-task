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22"/>
  </p:notesMasterIdLst>
  <p:sldIdLst>
    <p:sldId id="256" r:id="rId2"/>
    <p:sldId id="260" r:id="rId3"/>
    <p:sldId id="261" r:id="rId4"/>
    <p:sldId id="276" r:id="rId5"/>
    <p:sldId id="277" r:id="rId6"/>
    <p:sldId id="262" r:id="rId7"/>
    <p:sldId id="263" r:id="rId8"/>
    <p:sldId id="278" r:id="rId9"/>
    <p:sldId id="269" r:id="rId10"/>
    <p:sldId id="279" r:id="rId11"/>
    <p:sldId id="270" r:id="rId12"/>
    <p:sldId id="271" r:id="rId13"/>
    <p:sldId id="280" r:id="rId14"/>
    <p:sldId id="282" r:id="rId15"/>
    <p:sldId id="283" r:id="rId16"/>
    <p:sldId id="284" r:id="rId17"/>
    <p:sldId id="272" r:id="rId18"/>
    <p:sldId id="273" r:id="rId19"/>
    <p:sldId id="285" r:id="rId20"/>
    <p:sldId id="27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9F6BBF-96BD-4B8B-9E1F-C6CD0F3648A3}" v="233" dt="2026-04-05T10:00:02.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grakpam Albert Singh" userId="d639ab2ed484a4f3" providerId="LiveId" clId="{1B0FD2A3-3962-4239-942D-7C58833457B6}"/>
    <pc:docChg chg="undo custSel addSld delSld modSld sldOrd">
      <pc:chgData name="Sougrakpam Albert Singh" userId="d639ab2ed484a4f3" providerId="LiveId" clId="{1B0FD2A3-3962-4239-942D-7C58833457B6}" dt="2026-04-05T10:00:15.176" v="3765" actId="5793"/>
      <pc:docMkLst>
        <pc:docMk/>
      </pc:docMkLst>
      <pc:sldChg chg="addSp delSp modSp mod">
        <pc:chgData name="Sougrakpam Albert Singh" userId="d639ab2ed484a4f3" providerId="LiveId" clId="{1B0FD2A3-3962-4239-942D-7C58833457B6}" dt="2026-04-04T22:02:34.855" v="3355" actId="1076"/>
        <pc:sldMkLst>
          <pc:docMk/>
          <pc:sldMk cId="0" sldId="256"/>
        </pc:sldMkLst>
        <pc:spChg chg="mod">
          <ac:chgData name="Sougrakpam Albert Singh" userId="d639ab2ed484a4f3" providerId="LiveId" clId="{1B0FD2A3-3962-4239-942D-7C58833457B6}" dt="2026-04-04T22:02:09.943" v="3352" actId="20577"/>
          <ac:spMkLst>
            <pc:docMk/>
            <pc:sldMk cId="0" sldId="256"/>
            <ac:spMk id="3" creationId="{00000000-0000-0000-0000-000000000000}"/>
          </ac:spMkLst>
        </pc:spChg>
        <pc:spChg chg="add mod">
          <ac:chgData name="Sougrakpam Albert Singh" userId="d639ab2ed484a4f3" providerId="LiveId" clId="{1B0FD2A3-3962-4239-942D-7C58833457B6}" dt="2026-04-02T17:57:23.392" v="32" actId="1076"/>
          <ac:spMkLst>
            <pc:docMk/>
            <pc:sldMk cId="0" sldId="256"/>
            <ac:spMk id="5" creationId="{97C803DC-40CD-D92F-4D95-C972DF153A97}"/>
          </ac:spMkLst>
        </pc:spChg>
        <pc:spChg chg="add mod">
          <ac:chgData name="Sougrakpam Albert Singh" userId="d639ab2ed484a4f3" providerId="LiveId" clId="{1B0FD2A3-3962-4239-942D-7C58833457B6}" dt="2026-04-04T22:02:30.007" v="3354" actId="1076"/>
          <ac:spMkLst>
            <pc:docMk/>
            <pc:sldMk cId="0" sldId="256"/>
            <ac:spMk id="8" creationId="{00000000-0000-0000-0000-000000000000}"/>
          </ac:spMkLst>
        </pc:spChg>
        <pc:spChg chg="add mod">
          <ac:chgData name="Sougrakpam Albert Singh" userId="d639ab2ed484a4f3" providerId="LiveId" clId="{1B0FD2A3-3962-4239-942D-7C58833457B6}" dt="2026-04-04T22:02:34.855" v="3355" actId="1076"/>
          <ac:spMkLst>
            <pc:docMk/>
            <pc:sldMk cId="0" sldId="256"/>
            <ac:spMk id="9" creationId="{00000000-0000-0000-0000-000000000000}"/>
          </ac:spMkLst>
        </pc:spChg>
        <pc:spChg chg="add mod">
          <ac:chgData name="Sougrakpam Albert Singh" userId="d639ab2ed484a4f3" providerId="LiveId" clId="{1B0FD2A3-3962-4239-942D-7C58833457B6}" dt="2026-04-02T18:07:14.290" v="304" actId="3062"/>
          <ac:spMkLst>
            <pc:docMk/>
            <pc:sldMk cId="0" sldId="256"/>
            <ac:spMk id="10" creationId="{30C7CA76-6C3B-90DF-AC5F-BA961A76C46D}"/>
          </ac:spMkLst>
        </pc:spChg>
        <pc:spChg chg="add mod">
          <ac:chgData name="Sougrakpam Albert Singh" userId="d639ab2ed484a4f3" providerId="LiveId" clId="{1B0FD2A3-3962-4239-942D-7C58833457B6}" dt="2026-04-02T18:10:41.642" v="434" actId="1076"/>
          <ac:spMkLst>
            <pc:docMk/>
            <pc:sldMk cId="0" sldId="256"/>
            <ac:spMk id="13" creationId="{6982F24C-3214-6B4A-D2C7-2B02A102540F}"/>
          </ac:spMkLst>
        </pc:spChg>
        <pc:picChg chg="add mod">
          <ac:chgData name="Sougrakpam Albert Singh" userId="d639ab2ed484a4f3" providerId="LiveId" clId="{1B0FD2A3-3962-4239-942D-7C58833457B6}" dt="2026-04-02T18:06:49.953" v="299" actId="1076"/>
          <ac:picMkLst>
            <pc:docMk/>
            <pc:sldMk cId="0" sldId="256"/>
            <ac:picMk id="7" creationId="{A953209B-3323-D956-9B54-D97CEE09CF6A}"/>
          </ac:picMkLst>
        </pc:picChg>
      </pc:sldChg>
      <pc:sldChg chg="addSp delSp modSp mod">
        <pc:chgData name="Sougrakpam Albert Singh" userId="d639ab2ed484a4f3" providerId="LiveId" clId="{1B0FD2A3-3962-4239-942D-7C58833457B6}" dt="2026-04-03T09:43:12.119" v="1304" actId="207"/>
        <pc:sldMkLst>
          <pc:docMk/>
          <pc:sldMk cId="0" sldId="260"/>
        </pc:sldMkLst>
        <pc:spChg chg="mod">
          <ac:chgData name="Sougrakpam Albert Singh" userId="d639ab2ed484a4f3" providerId="LiveId" clId="{1B0FD2A3-3962-4239-942D-7C58833457B6}" dt="2026-04-02T18:17:41.784" v="465" actId="27636"/>
          <ac:spMkLst>
            <pc:docMk/>
            <pc:sldMk cId="0" sldId="260"/>
            <ac:spMk id="3" creationId="{00000000-0000-0000-0000-000000000000}"/>
          </ac:spMkLst>
        </pc:spChg>
        <pc:spChg chg="add mod">
          <ac:chgData name="Sougrakpam Albert Singh" userId="d639ab2ed484a4f3" providerId="LiveId" clId="{1B0FD2A3-3962-4239-942D-7C58833457B6}" dt="2026-04-02T18:18:15.905" v="470" actId="1076"/>
          <ac:spMkLst>
            <pc:docMk/>
            <pc:sldMk cId="0" sldId="260"/>
            <ac:spMk id="6" creationId="{00000000-0000-0000-0000-000000000000}"/>
          </ac:spMkLst>
        </pc:spChg>
        <pc:spChg chg="add mod">
          <ac:chgData name="Sougrakpam Albert Singh" userId="d639ab2ed484a4f3" providerId="LiveId" clId="{1B0FD2A3-3962-4239-942D-7C58833457B6}" dt="2026-04-03T06:48:58.303" v="611" actId="1076"/>
          <ac:spMkLst>
            <pc:docMk/>
            <pc:sldMk cId="0" sldId="260"/>
            <ac:spMk id="7" creationId="{00000000-0000-0000-0000-000000000000}"/>
          </ac:spMkLst>
        </pc:spChg>
        <pc:spChg chg="add mod">
          <ac:chgData name="Sougrakpam Albert Singh" userId="d639ab2ed484a4f3" providerId="LiveId" clId="{1B0FD2A3-3962-4239-942D-7C58833457B6}" dt="2026-04-03T09:43:12.119" v="1304" actId="207"/>
          <ac:spMkLst>
            <pc:docMk/>
            <pc:sldMk cId="0" sldId="260"/>
            <ac:spMk id="8" creationId="{00000000-0000-0000-0000-000000000000}"/>
          </ac:spMkLst>
        </pc:spChg>
        <pc:spChg chg="add mod">
          <ac:chgData name="Sougrakpam Albert Singh" userId="d639ab2ed484a4f3" providerId="LiveId" clId="{1B0FD2A3-3962-4239-942D-7C58833457B6}" dt="2026-04-03T06:48:41.878" v="607" actId="14100"/>
          <ac:spMkLst>
            <pc:docMk/>
            <pc:sldMk cId="0" sldId="260"/>
            <ac:spMk id="11" creationId="{19364F1F-89A1-D89C-5943-5552D04649E1}"/>
          </ac:spMkLst>
        </pc:spChg>
        <pc:spChg chg="add mod">
          <ac:chgData name="Sougrakpam Albert Singh" userId="d639ab2ed484a4f3" providerId="LiveId" clId="{1B0FD2A3-3962-4239-942D-7C58833457B6}" dt="2026-04-03T06:48:37.884" v="606" actId="1076"/>
          <ac:spMkLst>
            <pc:docMk/>
            <pc:sldMk cId="0" sldId="260"/>
            <ac:spMk id="12" creationId="{75AB1983-C18C-C9B7-BB10-42BD56E634FF}"/>
          </ac:spMkLst>
        </pc:spChg>
      </pc:sldChg>
      <pc:sldChg chg="addSp delSp modSp mod">
        <pc:chgData name="Sougrakpam Albert Singh" userId="d639ab2ed484a4f3" providerId="LiveId" clId="{1B0FD2A3-3962-4239-942D-7C58833457B6}" dt="2026-04-03T09:43:19.827" v="1305" actId="207"/>
        <pc:sldMkLst>
          <pc:docMk/>
          <pc:sldMk cId="0" sldId="261"/>
        </pc:sldMkLst>
        <pc:spChg chg="add mod">
          <ac:chgData name="Sougrakpam Albert Singh" userId="d639ab2ed484a4f3" providerId="LiveId" clId="{1B0FD2A3-3962-4239-942D-7C58833457B6}" dt="2026-04-03T07:11:17.736" v="826" actId="14100"/>
          <ac:spMkLst>
            <pc:docMk/>
            <pc:sldMk cId="0" sldId="261"/>
            <ac:spMk id="8" creationId="{852F765A-C807-BFFD-0995-21BAE0278315}"/>
          </ac:spMkLst>
        </pc:spChg>
        <pc:spChg chg="add mod">
          <ac:chgData name="Sougrakpam Albert Singh" userId="d639ab2ed484a4f3" providerId="LiveId" clId="{1B0FD2A3-3962-4239-942D-7C58833457B6}" dt="2026-04-03T09:43:19.827" v="1305" actId="207"/>
          <ac:spMkLst>
            <pc:docMk/>
            <pc:sldMk cId="0" sldId="261"/>
            <ac:spMk id="14" creationId="{83EA0868-9883-3DAF-D87C-E379740FE838}"/>
          </ac:spMkLst>
        </pc:spChg>
      </pc:sldChg>
      <pc:sldChg chg="addSp delSp modSp mod">
        <pc:chgData name="Sougrakpam Albert Singh" userId="d639ab2ed484a4f3" providerId="LiveId" clId="{1B0FD2A3-3962-4239-942D-7C58833457B6}" dt="2026-04-03T09:58:53.937" v="1543" actId="27636"/>
        <pc:sldMkLst>
          <pc:docMk/>
          <pc:sldMk cId="0" sldId="262"/>
        </pc:sldMkLst>
        <pc:spChg chg="mod">
          <ac:chgData name="Sougrakpam Albert Singh" userId="d639ab2ed484a4f3" providerId="LiveId" clId="{1B0FD2A3-3962-4239-942D-7C58833457B6}" dt="2026-04-03T09:44:00.643" v="1306" actId="207"/>
          <ac:spMkLst>
            <pc:docMk/>
            <pc:sldMk cId="0" sldId="262"/>
            <ac:spMk id="2" creationId="{00000000-0000-0000-0000-000000000000}"/>
          </ac:spMkLst>
        </pc:spChg>
        <pc:spChg chg="mod">
          <ac:chgData name="Sougrakpam Albert Singh" userId="d639ab2ed484a4f3" providerId="LiveId" clId="{1B0FD2A3-3962-4239-942D-7C58833457B6}" dt="2026-04-03T09:58:53.937" v="1543" actId="27636"/>
          <ac:spMkLst>
            <pc:docMk/>
            <pc:sldMk cId="0" sldId="262"/>
            <ac:spMk id="3" creationId="{00000000-0000-0000-0000-000000000000}"/>
          </ac:spMkLst>
        </pc:spChg>
        <pc:spChg chg="add mod">
          <ac:chgData name="Sougrakpam Albert Singh" userId="d639ab2ed484a4f3" providerId="LiveId" clId="{1B0FD2A3-3962-4239-942D-7C58833457B6}" dt="2026-04-03T09:55:48.852" v="1502" actId="21"/>
          <ac:spMkLst>
            <pc:docMk/>
            <pc:sldMk cId="0" sldId="262"/>
            <ac:spMk id="6" creationId="{20D514D2-1173-3F30-CE35-716FA976CA34}"/>
          </ac:spMkLst>
        </pc:spChg>
      </pc:sldChg>
      <pc:sldChg chg="addSp delSp modSp mod">
        <pc:chgData name="Sougrakpam Albert Singh" userId="d639ab2ed484a4f3" providerId="LiveId" clId="{1B0FD2A3-3962-4239-942D-7C58833457B6}" dt="2026-04-03T10:16:45.575" v="1839" actId="20577"/>
        <pc:sldMkLst>
          <pc:docMk/>
          <pc:sldMk cId="0" sldId="263"/>
        </pc:sldMkLst>
        <pc:spChg chg="mod">
          <ac:chgData name="Sougrakpam Albert Singh" userId="d639ab2ed484a4f3" providerId="LiveId" clId="{1B0FD2A3-3962-4239-942D-7C58833457B6}" dt="2026-04-03T10:16:45.575" v="1839" actId="20577"/>
          <ac:spMkLst>
            <pc:docMk/>
            <pc:sldMk cId="0" sldId="263"/>
            <ac:spMk id="3" creationId="{00000000-0000-0000-0000-000000000000}"/>
          </ac:spMkLst>
        </pc:spChg>
      </pc:sldChg>
      <pc:sldChg chg="modSp mod ord">
        <pc:chgData name="Sougrakpam Albert Singh" userId="d639ab2ed484a4f3" providerId="LiveId" clId="{1B0FD2A3-3962-4239-942D-7C58833457B6}" dt="2026-04-04T19:57:57.845" v="2789" actId="20577"/>
        <pc:sldMkLst>
          <pc:docMk/>
          <pc:sldMk cId="0" sldId="269"/>
        </pc:sldMkLst>
        <pc:spChg chg="mod">
          <ac:chgData name="Sougrakpam Albert Singh" userId="d639ab2ed484a4f3" providerId="LiveId" clId="{1B0FD2A3-3962-4239-942D-7C58833457B6}" dt="2026-04-04T10:30:34.163" v="1944" actId="20577"/>
          <ac:spMkLst>
            <pc:docMk/>
            <pc:sldMk cId="0" sldId="269"/>
            <ac:spMk id="2" creationId="{00000000-0000-0000-0000-000000000000}"/>
          </ac:spMkLst>
        </pc:spChg>
        <pc:spChg chg="mod">
          <ac:chgData name="Sougrakpam Albert Singh" userId="d639ab2ed484a4f3" providerId="LiveId" clId="{1B0FD2A3-3962-4239-942D-7C58833457B6}" dt="2026-04-04T19:57:57.845" v="2789" actId="20577"/>
          <ac:spMkLst>
            <pc:docMk/>
            <pc:sldMk cId="0" sldId="269"/>
            <ac:spMk id="3" creationId="{00000000-0000-0000-0000-000000000000}"/>
          </ac:spMkLst>
        </pc:spChg>
      </pc:sldChg>
      <pc:sldChg chg="addSp delSp modSp mod">
        <pc:chgData name="Sougrakpam Albert Singh" userId="d639ab2ed484a4f3" providerId="LiveId" clId="{1B0FD2A3-3962-4239-942D-7C58833457B6}" dt="2026-04-04T20:16:06.779" v="2840" actId="20577"/>
        <pc:sldMkLst>
          <pc:docMk/>
          <pc:sldMk cId="0" sldId="270"/>
        </pc:sldMkLst>
        <pc:spChg chg="del mod">
          <ac:chgData name="Sougrakpam Albert Singh" userId="d639ab2ed484a4f3" providerId="LiveId" clId="{1B0FD2A3-3962-4239-942D-7C58833457B6}" dt="2026-04-04T18:36:54.348" v="2076" actId="21"/>
          <ac:spMkLst>
            <pc:docMk/>
            <pc:sldMk cId="0" sldId="270"/>
            <ac:spMk id="2" creationId="{00000000-0000-0000-0000-000000000000}"/>
          </ac:spMkLst>
        </pc:spChg>
        <pc:spChg chg="mod">
          <ac:chgData name="Sougrakpam Albert Singh" userId="d639ab2ed484a4f3" providerId="LiveId" clId="{1B0FD2A3-3962-4239-942D-7C58833457B6}" dt="2026-04-04T20:16:06.779" v="2840" actId="20577"/>
          <ac:spMkLst>
            <pc:docMk/>
            <pc:sldMk cId="0" sldId="270"/>
            <ac:spMk id="3" creationId="{00000000-0000-0000-0000-000000000000}"/>
          </ac:spMkLst>
        </pc:spChg>
        <pc:spChg chg="add del mod">
          <ac:chgData name="Sougrakpam Albert Singh" userId="d639ab2ed484a4f3" providerId="LiveId" clId="{1B0FD2A3-3962-4239-942D-7C58833457B6}" dt="2026-04-04T18:37:02.294" v="2077" actId="21"/>
          <ac:spMkLst>
            <pc:docMk/>
            <pc:sldMk cId="0" sldId="270"/>
            <ac:spMk id="5" creationId="{1A542AC7-C57E-DC87-C0B3-089A12EFC1D1}"/>
          </ac:spMkLst>
        </pc:spChg>
      </pc:sldChg>
      <pc:sldChg chg="addSp delSp modSp mod">
        <pc:chgData name="Sougrakpam Albert Singh" userId="d639ab2ed484a4f3" providerId="LiveId" clId="{1B0FD2A3-3962-4239-942D-7C58833457B6}" dt="2026-04-04T20:16:31.300" v="2870" actId="404"/>
        <pc:sldMkLst>
          <pc:docMk/>
          <pc:sldMk cId="0" sldId="271"/>
        </pc:sldMkLst>
        <pc:spChg chg="del mod">
          <ac:chgData name="Sougrakpam Albert Singh" userId="d639ab2ed484a4f3" providerId="LiveId" clId="{1B0FD2A3-3962-4239-942D-7C58833457B6}" dt="2026-04-04T19:17:45.041" v="2552" actId="21"/>
          <ac:spMkLst>
            <pc:docMk/>
            <pc:sldMk cId="0" sldId="271"/>
            <ac:spMk id="2" creationId="{00000000-0000-0000-0000-000000000000}"/>
          </ac:spMkLst>
        </pc:spChg>
        <pc:spChg chg="mod">
          <ac:chgData name="Sougrakpam Albert Singh" userId="d639ab2ed484a4f3" providerId="LiveId" clId="{1B0FD2A3-3962-4239-942D-7C58833457B6}" dt="2026-04-04T20:16:31.300" v="2870" actId="404"/>
          <ac:spMkLst>
            <pc:docMk/>
            <pc:sldMk cId="0" sldId="271"/>
            <ac:spMk id="3" creationId="{00000000-0000-0000-0000-000000000000}"/>
          </ac:spMkLst>
        </pc:spChg>
        <pc:spChg chg="add del mod">
          <ac:chgData name="Sougrakpam Albert Singh" userId="d639ab2ed484a4f3" providerId="LiveId" clId="{1B0FD2A3-3962-4239-942D-7C58833457B6}" dt="2026-04-04T19:17:49.640" v="2553" actId="21"/>
          <ac:spMkLst>
            <pc:docMk/>
            <pc:sldMk cId="0" sldId="271"/>
            <ac:spMk id="5" creationId="{2A0FF0F4-C4B1-1006-2D96-58C2B4DC7FC4}"/>
          </ac:spMkLst>
        </pc:spChg>
      </pc:sldChg>
      <pc:sldChg chg="modSp mod ord">
        <pc:chgData name="Sougrakpam Albert Singh" userId="d639ab2ed484a4f3" providerId="LiveId" clId="{1B0FD2A3-3962-4239-942D-7C58833457B6}" dt="2026-04-04T21:51:59.191" v="3320" actId="207"/>
        <pc:sldMkLst>
          <pc:docMk/>
          <pc:sldMk cId="0" sldId="272"/>
        </pc:sldMkLst>
        <pc:spChg chg="mod">
          <ac:chgData name="Sougrakpam Albert Singh" userId="d639ab2ed484a4f3" providerId="LiveId" clId="{1B0FD2A3-3962-4239-942D-7C58833457B6}" dt="2026-04-04T21:45:53.052" v="3216" actId="14100"/>
          <ac:spMkLst>
            <pc:docMk/>
            <pc:sldMk cId="0" sldId="272"/>
            <ac:spMk id="2" creationId="{00000000-0000-0000-0000-000000000000}"/>
          </ac:spMkLst>
        </pc:spChg>
        <pc:spChg chg="mod">
          <ac:chgData name="Sougrakpam Albert Singh" userId="d639ab2ed484a4f3" providerId="LiveId" clId="{1B0FD2A3-3962-4239-942D-7C58833457B6}" dt="2026-04-04T21:51:59.191" v="3320" actId="207"/>
          <ac:spMkLst>
            <pc:docMk/>
            <pc:sldMk cId="0" sldId="272"/>
            <ac:spMk id="3" creationId="{00000000-0000-0000-0000-000000000000}"/>
          </ac:spMkLst>
        </pc:spChg>
      </pc:sldChg>
      <pc:sldChg chg="addSp delSp modSp mod">
        <pc:chgData name="Sougrakpam Albert Singh" userId="d639ab2ed484a4f3" providerId="LiveId" clId="{1B0FD2A3-3962-4239-942D-7C58833457B6}" dt="2026-04-05T07:45:09.877" v="3720" actId="5793"/>
        <pc:sldMkLst>
          <pc:docMk/>
          <pc:sldMk cId="0" sldId="273"/>
        </pc:sldMkLst>
        <pc:spChg chg="del mod">
          <ac:chgData name="Sougrakpam Albert Singh" userId="d639ab2ed484a4f3" providerId="LiveId" clId="{1B0FD2A3-3962-4239-942D-7C58833457B6}" dt="2026-04-04T21:52:46.553" v="3322" actId="21"/>
          <ac:spMkLst>
            <pc:docMk/>
            <pc:sldMk cId="0" sldId="273"/>
            <ac:spMk id="2" creationId="{00000000-0000-0000-0000-000000000000}"/>
          </ac:spMkLst>
        </pc:spChg>
        <pc:spChg chg="del mod">
          <ac:chgData name="Sougrakpam Albert Singh" userId="d639ab2ed484a4f3" providerId="LiveId" clId="{1B0FD2A3-3962-4239-942D-7C58833457B6}" dt="2026-04-04T21:52:41.761" v="3321" actId="21"/>
          <ac:spMkLst>
            <pc:docMk/>
            <pc:sldMk cId="0" sldId="273"/>
            <ac:spMk id="3" creationId="{00000000-0000-0000-0000-000000000000}"/>
          </ac:spMkLst>
        </pc:spChg>
        <pc:spChg chg="add del mod">
          <ac:chgData name="Sougrakpam Albert Singh" userId="d639ab2ed484a4f3" providerId="LiveId" clId="{1B0FD2A3-3962-4239-942D-7C58833457B6}" dt="2026-04-05T07:45:09.877" v="3720" actId="5793"/>
          <ac:spMkLst>
            <pc:docMk/>
            <pc:sldMk cId="0" sldId="273"/>
            <ac:spMk id="5" creationId="{B26A072F-F0CA-9EEE-AD2E-A1D2480BED62}"/>
          </ac:spMkLst>
        </pc:spChg>
        <pc:spChg chg="add del mod">
          <ac:chgData name="Sougrakpam Albert Singh" userId="d639ab2ed484a4f3" providerId="LiveId" clId="{1B0FD2A3-3962-4239-942D-7C58833457B6}" dt="2026-04-04T21:52:49.015" v="3323" actId="21"/>
          <ac:spMkLst>
            <pc:docMk/>
            <pc:sldMk cId="0" sldId="273"/>
            <ac:spMk id="7" creationId="{D74EAA37-6D93-CAC9-0D4B-00E4042011A6}"/>
          </ac:spMkLst>
        </pc:spChg>
        <pc:spChg chg="add mod">
          <ac:chgData name="Sougrakpam Albert Singh" userId="d639ab2ed484a4f3" providerId="LiveId" clId="{1B0FD2A3-3962-4239-942D-7C58833457B6}" dt="2026-04-04T21:56:43.138" v="3329"/>
          <ac:spMkLst>
            <pc:docMk/>
            <pc:sldMk cId="0" sldId="273"/>
            <ac:spMk id="8" creationId="{130B6C82-2488-A75D-153F-5162D5AE36D4}"/>
          </ac:spMkLst>
        </pc:spChg>
      </pc:sldChg>
      <pc:sldChg chg="modSp del">
        <pc:chgData name="Sougrakpam Albert Singh" userId="d639ab2ed484a4f3" providerId="LiveId" clId="{1B0FD2A3-3962-4239-942D-7C58833457B6}" dt="2026-04-04T21:58:05.550" v="3343" actId="47"/>
        <pc:sldMkLst>
          <pc:docMk/>
          <pc:sldMk cId="0" sldId="274"/>
        </pc:sldMkLst>
      </pc:sldChg>
      <pc:sldChg chg="addSp delSp modSp mod modClrScheme chgLayout">
        <pc:chgData name="Sougrakpam Albert Singh" userId="d639ab2ed484a4f3" providerId="LiveId" clId="{1B0FD2A3-3962-4239-942D-7C58833457B6}" dt="2026-04-05T08:04:03.925" v="3761" actId="20577"/>
        <pc:sldMkLst>
          <pc:docMk/>
          <pc:sldMk cId="0" sldId="275"/>
        </pc:sldMkLst>
        <pc:spChg chg="mod ord">
          <ac:chgData name="Sougrakpam Albert Singh" userId="d639ab2ed484a4f3" providerId="LiveId" clId="{1B0FD2A3-3962-4239-942D-7C58833457B6}" dt="2026-04-05T07:52:21.055" v="3753" actId="1076"/>
          <ac:spMkLst>
            <pc:docMk/>
            <pc:sldMk cId="0" sldId="275"/>
            <ac:spMk id="2" creationId="{00000000-0000-0000-0000-000000000000}"/>
          </ac:spMkLst>
        </pc:spChg>
        <pc:spChg chg="add del mod ord">
          <ac:chgData name="Sougrakpam Albert Singh" userId="d639ab2ed484a4f3" providerId="LiveId" clId="{1B0FD2A3-3962-4239-942D-7C58833457B6}" dt="2026-04-05T08:04:03.925" v="3761" actId="20577"/>
          <ac:spMkLst>
            <pc:docMk/>
            <pc:sldMk cId="0" sldId="275"/>
            <ac:spMk id="3" creationId="{00000000-0000-0000-0000-000000000000}"/>
          </ac:spMkLst>
        </pc:spChg>
        <pc:spChg chg="add del mod">
          <ac:chgData name="Sougrakpam Albert Singh" userId="d639ab2ed484a4f3" providerId="LiveId" clId="{1B0FD2A3-3962-4239-942D-7C58833457B6}" dt="2026-04-04T22:39:08.352" v="3672" actId="478"/>
          <ac:spMkLst>
            <pc:docMk/>
            <pc:sldMk cId="0" sldId="275"/>
            <ac:spMk id="5" creationId="{30D4788C-7845-0047-7BBE-27F002E7F56F}"/>
          </ac:spMkLst>
        </pc:spChg>
      </pc:sldChg>
      <pc:sldChg chg="delSp modSp new mod ord">
        <pc:chgData name="Sougrakpam Albert Singh" userId="d639ab2ed484a4f3" providerId="LiveId" clId="{1B0FD2A3-3962-4239-942D-7C58833457B6}" dt="2026-04-03T09:43:03.262" v="1303" actId="207"/>
        <pc:sldMkLst>
          <pc:docMk/>
          <pc:sldMk cId="203334525" sldId="276"/>
        </pc:sldMkLst>
        <pc:spChg chg="mod">
          <ac:chgData name="Sougrakpam Albert Singh" userId="d639ab2ed484a4f3" providerId="LiveId" clId="{1B0FD2A3-3962-4239-942D-7C58833457B6}" dt="2026-04-03T09:43:03.262" v="1303" actId="207"/>
          <ac:spMkLst>
            <pc:docMk/>
            <pc:sldMk cId="203334525" sldId="276"/>
            <ac:spMk id="3" creationId="{67C52EE1-9883-960C-C784-FA0E166150F7}"/>
          </ac:spMkLst>
        </pc:spChg>
      </pc:sldChg>
      <pc:sldChg chg="delSp modSp new mod ord">
        <pc:chgData name="Sougrakpam Albert Singh" userId="d639ab2ed484a4f3" providerId="LiveId" clId="{1B0FD2A3-3962-4239-942D-7C58833457B6}" dt="2026-04-03T09:42:38.349" v="1301" actId="207"/>
        <pc:sldMkLst>
          <pc:docMk/>
          <pc:sldMk cId="2781322342" sldId="277"/>
        </pc:sldMkLst>
        <pc:spChg chg="mod">
          <ac:chgData name="Sougrakpam Albert Singh" userId="d639ab2ed484a4f3" providerId="LiveId" clId="{1B0FD2A3-3962-4239-942D-7C58833457B6}" dt="2026-04-03T09:42:38.349" v="1301" actId="207"/>
          <ac:spMkLst>
            <pc:docMk/>
            <pc:sldMk cId="2781322342" sldId="277"/>
            <ac:spMk id="3" creationId="{451BA913-E5BE-2359-C5C6-8B7EEA69CF27}"/>
          </ac:spMkLst>
        </pc:spChg>
      </pc:sldChg>
      <pc:sldChg chg="addSp delSp modSp new mod ord">
        <pc:chgData name="Sougrakpam Albert Singh" userId="d639ab2ed484a4f3" providerId="LiveId" clId="{1B0FD2A3-3962-4239-942D-7C58833457B6}" dt="2026-04-03T16:03:48.891" v="1941" actId="20577"/>
        <pc:sldMkLst>
          <pc:docMk/>
          <pc:sldMk cId="1865160459" sldId="278"/>
        </pc:sldMkLst>
        <pc:spChg chg="mod">
          <ac:chgData name="Sougrakpam Albert Singh" userId="d639ab2ed484a4f3" providerId="LiveId" clId="{1B0FD2A3-3962-4239-942D-7C58833457B6}" dt="2026-04-03T16:03:48.891" v="1941" actId="20577"/>
          <ac:spMkLst>
            <pc:docMk/>
            <pc:sldMk cId="1865160459" sldId="278"/>
            <ac:spMk id="3" creationId="{0EA221EC-68EA-E000-1DA7-AE9672A26F6E}"/>
          </ac:spMkLst>
        </pc:spChg>
      </pc:sldChg>
      <pc:sldChg chg="delSp modSp new mod">
        <pc:chgData name="Sougrakpam Albert Singh" userId="d639ab2ed484a4f3" providerId="LiveId" clId="{1B0FD2A3-3962-4239-942D-7C58833457B6}" dt="2026-04-04T18:36:45" v="2075" actId="1076"/>
        <pc:sldMkLst>
          <pc:docMk/>
          <pc:sldMk cId="3372050019" sldId="279"/>
        </pc:sldMkLst>
        <pc:spChg chg="del">
          <ac:chgData name="Sougrakpam Albert Singh" userId="d639ab2ed484a4f3" providerId="LiveId" clId="{1B0FD2A3-3962-4239-942D-7C58833457B6}" dt="2026-04-04T18:27:15.028" v="1983" actId="21"/>
          <ac:spMkLst>
            <pc:docMk/>
            <pc:sldMk cId="3372050019" sldId="279"/>
            <ac:spMk id="2" creationId="{51BA89A0-EBCF-C020-E599-87AFE3B929C7}"/>
          </ac:spMkLst>
        </pc:spChg>
        <pc:spChg chg="mod">
          <ac:chgData name="Sougrakpam Albert Singh" userId="d639ab2ed484a4f3" providerId="LiveId" clId="{1B0FD2A3-3962-4239-942D-7C58833457B6}" dt="2026-04-04T18:36:45" v="2075" actId="1076"/>
          <ac:spMkLst>
            <pc:docMk/>
            <pc:sldMk cId="3372050019" sldId="279"/>
            <ac:spMk id="3" creationId="{27744B7C-DF19-2DFE-9005-2FD4664A778C}"/>
          </ac:spMkLst>
        </pc:spChg>
      </pc:sldChg>
      <pc:sldChg chg="addSp delSp modSp new mod ord">
        <pc:chgData name="Sougrakpam Albert Singh" userId="d639ab2ed484a4f3" providerId="LiveId" clId="{1B0FD2A3-3962-4239-942D-7C58833457B6}" dt="2026-04-04T20:26:23.564" v="3018" actId="14100"/>
        <pc:sldMkLst>
          <pc:docMk/>
          <pc:sldMk cId="1093200445" sldId="280"/>
        </pc:sldMkLst>
        <pc:spChg chg="del">
          <ac:chgData name="Sougrakpam Albert Singh" userId="d639ab2ed484a4f3" providerId="LiveId" clId="{1B0FD2A3-3962-4239-942D-7C58833457B6}" dt="2026-04-04T19:22:37.476" v="2699" actId="21"/>
          <ac:spMkLst>
            <pc:docMk/>
            <pc:sldMk cId="1093200445" sldId="280"/>
            <ac:spMk id="2" creationId="{EBCE4CA4-1C52-26DE-A9C9-3057D8AEF667}"/>
          </ac:spMkLst>
        </pc:spChg>
        <pc:spChg chg="mod">
          <ac:chgData name="Sougrakpam Albert Singh" userId="d639ab2ed484a4f3" providerId="LiveId" clId="{1B0FD2A3-3962-4239-942D-7C58833457B6}" dt="2026-04-04T20:25:11.205" v="3004" actId="14100"/>
          <ac:spMkLst>
            <pc:docMk/>
            <pc:sldMk cId="1093200445" sldId="280"/>
            <ac:spMk id="3" creationId="{EE07A14A-6B3D-45C7-C0DA-FD381F18206F}"/>
          </ac:spMkLst>
        </pc:spChg>
        <pc:spChg chg="add mod">
          <ac:chgData name="Sougrakpam Albert Singh" userId="d639ab2ed484a4f3" providerId="LiveId" clId="{1B0FD2A3-3962-4239-942D-7C58833457B6}" dt="2026-04-04T20:26:23.564" v="3018" actId="14100"/>
          <ac:spMkLst>
            <pc:docMk/>
            <pc:sldMk cId="1093200445" sldId="280"/>
            <ac:spMk id="4" creationId="{02C6E6B0-45B1-1D02-8B19-67B7F31A2B8D}"/>
          </ac:spMkLst>
        </pc:spChg>
      </pc:sldChg>
      <pc:sldChg chg="add del">
        <pc:chgData name="Sougrakpam Albert Singh" userId="d639ab2ed484a4f3" providerId="LiveId" clId="{1B0FD2A3-3962-4239-942D-7C58833457B6}" dt="2026-04-04T19:23:02.562" v="2703" actId="2696"/>
        <pc:sldMkLst>
          <pc:docMk/>
          <pc:sldMk cId="1106021534" sldId="281"/>
        </pc:sldMkLst>
      </pc:sldChg>
      <pc:sldChg chg="modSp add mod">
        <pc:chgData name="Sougrakpam Albert Singh" userId="d639ab2ed484a4f3" providerId="LiveId" clId="{1B0FD2A3-3962-4239-942D-7C58833457B6}" dt="2026-04-04T20:32:24.152" v="3110"/>
        <pc:sldMkLst>
          <pc:docMk/>
          <pc:sldMk cId="3804986386" sldId="282"/>
        </pc:sldMkLst>
        <pc:spChg chg="mod">
          <ac:chgData name="Sougrakpam Albert Singh" userId="d639ab2ed484a4f3" providerId="LiveId" clId="{1B0FD2A3-3962-4239-942D-7C58833457B6}" dt="2026-04-04T20:32:24.152" v="3110"/>
          <ac:spMkLst>
            <pc:docMk/>
            <pc:sldMk cId="3804986386" sldId="282"/>
            <ac:spMk id="3" creationId="{BD13ED53-7548-A85E-33B0-FD5D318A4E91}"/>
          </ac:spMkLst>
        </pc:spChg>
      </pc:sldChg>
      <pc:sldChg chg="modSp add mod">
        <pc:chgData name="Sougrakpam Albert Singh" userId="d639ab2ed484a4f3" providerId="LiveId" clId="{1B0FD2A3-3962-4239-942D-7C58833457B6}" dt="2026-04-04T20:55:55.414" v="3172" actId="20577"/>
        <pc:sldMkLst>
          <pc:docMk/>
          <pc:sldMk cId="1419436716" sldId="283"/>
        </pc:sldMkLst>
        <pc:spChg chg="mod">
          <ac:chgData name="Sougrakpam Albert Singh" userId="d639ab2ed484a4f3" providerId="LiveId" clId="{1B0FD2A3-3962-4239-942D-7C58833457B6}" dt="2026-04-04T20:55:55.414" v="3172" actId="20577"/>
          <ac:spMkLst>
            <pc:docMk/>
            <pc:sldMk cId="1419436716" sldId="283"/>
            <ac:spMk id="3" creationId="{60D275B4-25AD-5C8E-5C21-6B64E4BFE9F1}"/>
          </ac:spMkLst>
        </pc:spChg>
      </pc:sldChg>
      <pc:sldChg chg="delSp modSp new mod">
        <pc:chgData name="Sougrakpam Albert Singh" userId="d639ab2ed484a4f3" providerId="LiveId" clId="{1B0FD2A3-3962-4239-942D-7C58833457B6}" dt="2026-04-04T20:58:27.556" v="3212" actId="113"/>
        <pc:sldMkLst>
          <pc:docMk/>
          <pc:sldMk cId="3481179674" sldId="284"/>
        </pc:sldMkLst>
        <pc:spChg chg="del">
          <ac:chgData name="Sougrakpam Albert Singh" userId="d639ab2ed484a4f3" providerId="LiveId" clId="{1B0FD2A3-3962-4239-942D-7C58833457B6}" dt="2026-04-04T20:56:39.455" v="3174" actId="21"/>
          <ac:spMkLst>
            <pc:docMk/>
            <pc:sldMk cId="3481179674" sldId="284"/>
            <ac:spMk id="2" creationId="{ACB1C023-C8DA-A7B5-026C-9C9AE4CD30B9}"/>
          </ac:spMkLst>
        </pc:spChg>
        <pc:spChg chg="mod">
          <ac:chgData name="Sougrakpam Albert Singh" userId="d639ab2ed484a4f3" providerId="LiveId" clId="{1B0FD2A3-3962-4239-942D-7C58833457B6}" dt="2026-04-04T20:58:27.556" v="3212" actId="113"/>
          <ac:spMkLst>
            <pc:docMk/>
            <pc:sldMk cId="3481179674" sldId="284"/>
            <ac:spMk id="3" creationId="{6D0CEDD8-415A-29A4-372F-FDC21A961AE9}"/>
          </ac:spMkLst>
        </pc:spChg>
      </pc:sldChg>
      <pc:sldChg chg="modSp add mod">
        <pc:chgData name="Sougrakpam Albert Singh" userId="d639ab2ed484a4f3" providerId="LiveId" clId="{1B0FD2A3-3962-4239-942D-7C58833457B6}" dt="2026-04-05T10:00:15.176" v="3765" actId="5793"/>
        <pc:sldMkLst>
          <pc:docMk/>
          <pc:sldMk cId="1132613830" sldId="285"/>
        </pc:sldMkLst>
        <pc:spChg chg="mod">
          <ac:chgData name="Sougrakpam Albert Singh" userId="d639ab2ed484a4f3" providerId="LiveId" clId="{1B0FD2A3-3962-4239-942D-7C58833457B6}" dt="2026-04-05T10:00:15.176" v="3765" actId="5793"/>
          <ac:spMkLst>
            <pc:docMk/>
            <pc:sldMk cId="1132613830" sldId="285"/>
            <ac:spMk id="5" creationId="{2DC2FDD1-4936-452A-9F35-2E47A2861DBE}"/>
          </ac:spMkLst>
        </pc:spChg>
      </pc:sldChg>
      <pc:sldChg chg="new del">
        <pc:chgData name="Sougrakpam Albert Singh" userId="d639ab2ed484a4f3" providerId="LiveId" clId="{1B0FD2A3-3962-4239-942D-7C58833457B6}" dt="2026-04-04T22:28:24.706" v="3536" actId="2696"/>
        <pc:sldMkLst>
          <pc:docMk/>
          <pc:sldMk cId="2007140382" sldId="286"/>
        </pc:sldMkLst>
      </pc:sldChg>
      <pc:sldChg chg="add del">
        <pc:chgData name="Sougrakpam Albert Singh" userId="d639ab2ed484a4f3" providerId="LiveId" clId="{1B0FD2A3-3962-4239-942D-7C58833457B6}" dt="2026-04-04T21:58:17.285" v="3344" actId="47"/>
        <pc:sldMkLst>
          <pc:docMk/>
          <pc:sldMk cId="2066735770" sldId="286"/>
        </pc:sldMkLst>
      </pc:sldChg>
      <pc:sldChg chg="addSp delSp modSp new del mod">
        <pc:chgData name="Sougrakpam Albert Singh" userId="d639ab2ed484a4f3" providerId="LiveId" clId="{1B0FD2A3-3962-4239-942D-7C58833457B6}" dt="2026-04-05T07:44:11.618" v="3717" actId="2696"/>
        <pc:sldMkLst>
          <pc:docMk/>
          <pc:sldMk cId="2325228921" sldId="286"/>
        </pc:sldMkLst>
        <pc:spChg chg="del">
          <ac:chgData name="Sougrakpam Albert Singh" userId="d639ab2ed484a4f3" providerId="LiveId" clId="{1B0FD2A3-3962-4239-942D-7C58833457B6}" dt="2026-04-04T22:29:00.598" v="3542" actId="21"/>
          <ac:spMkLst>
            <pc:docMk/>
            <pc:sldMk cId="2325228921" sldId="286"/>
            <ac:spMk id="3" creationId="{3CC23FF6-EC34-601C-334F-67CB843F3BC2}"/>
          </ac:spMkLst>
        </pc:spChg>
        <pc:spChg chg="add del mod">
          <ac:chgData name="Sougrakpam Albert Singh" userId="d639ab2ed484a4f3" providerId="LiveId" clId="{1B0FD2A3-3962-4239-942D-7C58833457B6}" dt="2026-04-04T22:29:20.176" v="3548" actId="21"/>
          <ac:spMkLst>
            <pc:docMk/>
            <pc:sldMk cId="2325228921" sldId="286"/>
            <ac:spMk id="4" creationId="{76AC9815-317E-62B7-0093-7C0396DFE3A6}"/>
          </ac:spMkLst>
        </pc:spChg>
        <pc:spChg chg="add del mod">
          <ac:chgData name="Sougrakpam Albert Singh" userId="d639ab2ed484a4f3" providerId="LiveId" clId="{1B0FD2A3-3962-4239-942D-7C58833457B6}" dt="2026-04-04T22:29:26.371" v="3551" actId="21"/>
          <ac:spMkLst>
            <pc:docMk/>
            <pc:sldMk cId="2325228921" sldId="286"/>
            <ac:spMk id="6" creationId="{A3A41B29-D9EF-F15A-7609-10599972E063}"/>
          </ac:spMkLst>
        </pc:spChg>
        <pc:spChg chg="add del mod">
          <ac:chgData name="Sougrakpam Albert Singh" userId="d639ab2ed484a4f3" providerId="LiveId" clId="{1B0FD2A3-3962-4239-942D-7C58833457B6}" dt="2026-04-04T22:29:31.209" v="3552" actId="21"/>
          <ac:spMkLst>
            <pc:docMk/>
            <pc:sldMk cId="2325228921" sldId="286"/>
            <ac:spMk id="8" creationId="{BB0C4779-B39C-BC28-6C54-054AA54E46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A684F0-CB07-4F04-855E-A42EE51DCB60}" type="datetimeFigureOut">
              <a:rPr lang="en-IN" smtClean="0"/>
              <a:t>05-04-2026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66E2B-6CDC-4E6C-AE1A-F89FBC99E97E}" type="slidenum">
              <a:rPr lang="en-IN" smtClean="0"/>
              <a:t>‹#›</a:t>
            </a:fld>
            <a:endParaRPr lang="en-IN"/>
          </a:p>
        </p:txBody>
      </p:sp>
    </p:spTree>
    <p:extLst>
      <p:ext uri="{BB962C8B-B14F-4D97-AF65-F5344CB8AC3E}">
        <p14:creationId xmlns:p14="http://schemas.microsoft.com/office/powerpoint/2010/main" val="307433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A66E2B-6CDC-4E6C-AE1A-F89FBC99E97E}" type="slidenum">
              <a:rPr lang="en-IN" smtClean="0"/>
              <a:t>13</a:t>
            </a:fld>
            <a:endParaRPr lang="en-IN"/>
          </a:p>
        </p:txBody>
      </p:sp>
    </p:spTree>
    <p:extLst>
      <p:ext uri="{BB962C8B-B14F-4D97-AF65-F5344CB8AC3E}">
        <p14:creationId xmlns:p14="http://schemas.microsoft.com/office/powerpoint/2010/main" val="1014948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708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5096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3325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0000" y="1825625"/>
            <a:ext cx="376891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39880" y="1825625"/>
            <a:ext cx="377547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836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0" y="2505075"/>
            <a:ext cx="377666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7335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2651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691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3665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944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9208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6190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24160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en-US"/>
              <a:t>Click to edit Master title style</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3003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8540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4255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8404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6162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BCAD085-E8A6-8845-BD4E-CB4CCA059FC4}" type="datetimeFigureOut">
              <a:rPr lang="en-US" smtClean="0"/>
              <a:t>4/5/2026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41510072"/>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public-api-lists.github.io/public-api-lists/api/all.js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C803DC-40CD-D92F-4D95-C972DF153A97}"/>
              </a:ext>
            </a:extLst>
          </p:cNvPr>
          <p:cNvSpPr>
            <a:spLocks noGrp="1"/>
          </p:cNvSpPr>
          <p:nvPr>
            <p:ph type="title"/>
          </p:nvPr>
        </p:nvSpPr>
        <p:spPr>
          <a:xfrm>
            <a:off x="205863" y="385483"/>
            <a:ext cx="7453466" cy="315911"/>
          </a:xfrm>
        </p:spPr>
        <p:txBody>
          <a:bodyPr>
            <a:normAutofit fontScale="90000"/>
          </a:bodyPr>
          <a:lstStyle/>
          <a:p>
            <a:r>
              <a:rPr lang="en-IN" dirty="0"/>
              <a:t>API:</a:t>
            </a:r>
            <a:br>
              <a:rPr lang="en-IN" dirty="0"/>
            </a:br>
            <a:endParaRPr lang="en-IN" dirty="0"/>
          </a:p>
        </p:txBody>
      </p:sp>
      <p:sp>
        <p:nvSpPr>
          <p:cNvPr id="3" name="Content Placeholder 2"/>
          <p:cNvSpPr>
            <a:spLocks noGrp="1"/>
          </p:cNvSpPr>
          <p:nvPr>
            <p:ph idx="1"/>
          </p:nvPr>
        </p:nvSpPr>
        <p:spPr>
          <a:xfrm>
            <a:off x="-2290916" y="0"/>
            <a:ext cx="11631561" cy="3854750"/>
          </a:xfrm>
        </p:spPr>
        <p:txBody>
          <a:bodyPr>
            <a:normAutofit fontScale="85000" lnSpcReduction="20000"/>
          </a:bodyPr>
          <a:lstStyle/>
          <a:p>
            <a:pPr marL="0" indent="0">
              <a:buNone/>
            </a:pPr>
            <a:r>
              <a:rPr lang="en-US" dirty="0"/>
              <a:t>                                         </a:t>
            </a:r>
          </a:p>
          <a:p>
            <a:pPr marL="2400300" lvl="7" indent="0">
              <a:buNone/>
            </a:pPr>
            <a:endParaRPr lang="en-US" sz="2000" dirty="0"/>
          </a:p>
          <a:p>
            <a:pPr lvl="7"/>
            <a:r>
              <a:rPr lang="en-US" sz="2600" dirty="0"/>
              <a:t>API = Application Programming Interface</a:t>
            </a:r>
          </a:p>
          <a:p>
            <a:pPr lvl="7"/>
            <a:r>
              <a:rPr lang="en-US" sz="2600" dirty="0"/>
              <a:t>An API is a set of rules and definitions that allows different software applications to communicate with each other. </a:t>
            </a:r>
          </a:p>
          <a:p>
            <a:pPr lvl="7"/>
            <a:r>
              <a:rPr lang="en-US" sz="2800" dirty="0"/>
              <a:t>Think of it like a menu in a restaurant: it tells you what you can order (available functions) and how to order it (parameters, data format). You don't need to know how the kitchen prepares the food; you just use the menu. </a:t>
            </a:r>
          </a:p>
          <a:p>
            <a:pPr marL="2400300" lvl="7" indent="0">
              <a:buNone/>
            </a:pPr>
            <a:endParaRPr lang="en-US" sz="2600" dirty="0"/>
          </a:p>
          <a:p>
            <a:pPr marL="2400300" lvl="7" indent="0">
              <a:buNone/>
            </a:pPr>
            <a:r>
              <a:rPr lang="en-IN" sz="2800" dirty="0"/>
              <a:t>API in Simple</a:t>
            </a:r>
            <a:r>
              <a:rPr lang="en-IN" sz="1600" dirty="0"/>
              <a:t> </a:t>
            </a:r>
            <a:r>
              <a:rPr lang="en-IN" sz="2800" dirty="0"/>
              <a:t>Words :</a:t>
            </a:r>
          </a:p>
          <a:p>
            <a:pPr lvl="7"/>
            <a:r>
              <a:rPr lang="en-US" sz="2100" dirty="0"/>
              <a:t>API is like a waiter</a:t>
            </a:r>
          </a:p>
          <a:p>
            <a:pPr lvl="7"/>
            <a:r>
              <a:rPr lang="en-US" sz="2100" dirty="0"/>
              <a:t>You request → waiter brings response</a:t>
            </a:r>
          </a:p>
          <a:p>
            <a:pPr lvl="7"/>
            <a:endParaRPr lang="en-US" sz="2100" dirty="0"/>
          </a:p>
          <a:p>
            <a:pPr marL="2400300" lvl="7" indent="0">
              <a:buNone/>
            </a:pPr>
            <a:endParaRPr lang="en-IN" sz="1900" dirty="0"/>
          </a:p>
          <a:p>
            <a:pPr marL="2400300" lvl="7" indent="0">
              <a:buNone/>
            </a:pPr>
            <a:endParaRPr sz="1900" dirty="0"/>
          </a:p>
        </p:txBody>
      </p:sp>
      <p:pic>
        <p:nvPicPr>
          <p:cNvPr id="7" name="Picture 6">
            <a:extLst>
              <a:ext uri="{FF2B5EF4-FFF2-40B4-BE49-F238E27FC236}">
                <a16:creationId xmlns:a16="http://schemas.microsoft.com/office/drawing/2014/main" id="{A953209B-3323-D956-9B54-D97CEE09CF6A}"/>
              </a:ext>
            </a:extLst>
          </p:cNvPr>
          <p:cNvPicPr>
            <a:picLocks noChangeAspect="1"/>
          </p:cNvPicPr>
          <p:nvPr/>
        </p:nvPicPr>
        <p:blipFill>
          <a:blip r:embed="rId2"/>
          <a:stretch>
            <a:fillRect/>
          </a:stretch>
        </p:blipFill>
        <p:spPr>
          <a:xfrm>
            <a:off x="6473635" y="3952568"/>
            <a:ext cx="2666723" cy="2905432"/>
          </a:xfrm>
          <a:prstGeom prst="rect">
            <a:avLst/>
          </a:prstGeom>
        </p:spPr>
      </p:pic>
      <p:sp>
        <p:nvSpPr>
          <p:cNvPr id="8" name="Title 1"/>
          <p:cNvSpPr txBox="1">
            <a:spLocks/>
          </p:cNvSpPr>
          <p:nvPr/>
        </p:nvSpPr>
        <p:spPr>
          <a:xfrm>
            <a:off x="0" y="4734640"/>
            <a:ext cx="5732206" cy="437396"/>
          </a:xfrm>
          <a:prstGeom prst="rect">
            <a:avLst/>
          </a:prstGeom>
        </p:spPr>
        <p:txBody>
          <a:bodyPr vert="horz" lIns="91440" tIns="45720" rIns="91440" bIns="45720" rtlCol="0" anchor="ctr">
            <a:normAutofit fontScale="62500" lnSpcReduction="20000"/>
          </a:bodyPr>
          <a:lst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stStyle>
          <a:p>
            <a:r>
              <a:rPr lang="en-IN" dirty="0"/>
              <a:t>Why APIs Matter</a:t>
            </a:r>
          </a:p>
        </p:txBody>
      </p:sp>
      <p:sp>
        <p:nvSpPr>
          <p:cNvPr id="9" name="Content Placeholder 2"/>
          <p:cNvSpPr txBox="1">
            <a:spLocks/>
          </p:cNvSpPr>
          <p:nvPr/>
        </p:nvSpPr>
        <p:spPr>
          <a:xfrm>
            <a:off x="65423" y="5212556"/>
            <a:ext cx="7734345" cy="410383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Used in apps, websites, payments, maps, login</a:t>
            </a:r>
          </a:p>
        </p:txBody>
      </p:sp>
      <p:sp>
        <p:nvSpPr>
          <p:cNvPr id="10" name="Left Brace 9">
            <a:extLst>
              <a:ext uri="{FF2B5EF4-FFF2-40B4-BE49-F238E27FC236}">
                <a16:creationId xmlns:a16="http://schemas.microsoft.com/office/drawing/2014/main" id="{30C7CA76-6C3B-90DF-AC5F-BA961A76C46D}"/>
              </a:ext>
            </a:extLst>
          </p:cNvPr>
          <p:cNvSpPr/>
          <p:nvPr/>
        </p:nvSpPr>
        <p:spPr>
          <a:xfrm>
            <a:off x="4572000" y="5997677"/>
            <a:ext cx="2182761" cy="7275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13" name="Rectangle: Rounded Corners 12">
            <a:extLst>
              <a:ext uri="{FF2B5EF4-FFF2-40B4-BE49-F238E27FC236}">
                <a16:creationId xmlns:a16="http://schemas.microsoft.com/office/drawing/2014/main" id="{6982F24C-3214-6B4A-D2C7-2B02A102540F}"/>
              </a:ext>
            </a:extLst>
          </p:cNvPr>
          <p:cNvSpPr/>
          <p:nvPr/>
        </p:nvSpPr>
        <p:spPr>
          <a:xfrm>
            <a:off x="2389239" y="5839857"/>
            <a:ext cx="2182761" cy="9832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Here the website is using APIs of google and </a:t>
            </a:r>
            <a:r>
              <a:rPr lang="en-IN" dirty="0" err="1"/>
              <a:t>facebook</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716" y="576930"/>
            <a:ext cx="7605910" cy="917573"/>
          </a:xfrm>
        </p:spPr>
        <p:txBody>
          <a:bodyPr>
            <a:normAutofit fontScale="77500" lnSpcReduction="20000"/>
          </a:bodyPr>
          <a:lstStyle/>
          <a:p>
            <a:r>
              <a:rPr dirty="0"/>
              <a:t>Google Maps API</a:t>
            </a:r>
          </a:p>
          <a:p>
            <a:r>
              <a:rPr dirty="0"/>
              <a:t>Weather API</a:t>
            </a:r>
          </a:p>
          <a:p>
            <a:r>
              <a:rPr dirty="0"/>
              <a:t>Payment API</a:t>
            </a:r>
          </a:p>
        </p:txBody>
      </p:sp>
      <p:sp>
        <p:nvSpPr>
          <p:cNvPr id="6" name="Title 1"/>
          <p:cNvSpPr>
            <a:spLocks noGrp="1"/>
          </p:cNvSpPr>
          <p:nvPr>
            <p:ph type="title"/>
          </p:nvPr>
        </p:nvSpPr>
        <p:spPr>
          <a:xfrm>
            <a:off x="117987" y="6249"/>
            <a:ext cx="7875639" cy="560438"/>
          </a:xfrm>
        </p:spPr>
        <p:txBody>
          <a:bodyPr>
            <a:normAutofit fontScale="90000"/>
          </a:bodyPr>
          <a:lstStyle/>
          <a:p>
            <a:r>
              <a:rPr dirty="0"/>
              <a:t>Examples of APIs</a:t>
            </a:r>
          </a:p>
        </p:txBody>
      </p:sp>
      <p:sp>
        <p:nvSpPr>
          <p:cNvPr id="7" name="Title 1"/>
          <p:cNvSpPr txBox="1">
            <a:spLocks/>
          </p:cNvSpPr>
          <p:nvPr/>
        </p:nvSpPr>
        <p:spPr>
          <a:xfrm>
            <a:off x="200903" y="1436816"/>
            <a:ext cx="7605910" cy="7086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stStyle>
          <a:p>
            <a:r>
              <a:rPr lang="en-IN" dirty="0"/>
              <a:t>What are REST APIs?</a:t>
            </a:r>
          </a:p>
        </p:txBody>
      </p:sp>
      <p:sp>
        <p:nvSpPr>
          <p:cNvPr id="8" name="Content Placeholder 2"/>
          <p:cNvSpPr txBox="1">
            <a:spLocks/>
          </p:cNvSpPr>
          <p:nvPr/>
        </p:nvSpPr>
        <p:spPr>
          <a:xfrm>
            <a:off x="218130" y="2199250"/>
            <a:ext cx="8473586" cy="3490529"/>
          </a:xfrm>
          <a:prstGeom prst="rect">
            <a:avLst/>
          </a:prstGeom>
        </p:spPr>
        <p:txBody>
          <a:bodyPr vert="horz" lIns="91440" tIns="45720" rIns="91440" bIns="45720" rtlCol="0">
            <a:normAutofit fontScale="92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REST = Representational State Transfer</a:t>
            </a:r>
          </a:p>
          <a:p>
            <a:r>
              <a:rPr lang="en-US" dirty="0"/>
              <a:t>Most popular web API type</a:t>
            </a:r>
          </a:p>
          <a:p>
            <a:r>
              <a:rPr lang="en-US" dirty="0"/>
              <a:t>REST is an architectural style for designing networked applications. It's not a protocol (like HTTP) but a set of guidelines</a:t>
            </a:r>
          </a:p>
          <a:p>
            <a:r>
              <a:rPr lang="en-US" dirty="0"/>
              <a:t>RESTful APIs are designed to be stateless, client-server, cacheable, and use a uniform interface (HTTP methods).</a:t>
            </a:r>
          </a:p>
          <a:p>
            <a:pPr marL="457200" indent="-457200">
              <a:buFont typeface="+mj-lt"/>
              <a:buAutoNum type="arabicPeriod"/>
            </a:pPr>
            <a:r>
              <a:rPr lang="en-IN" dirty="0">
                <a:solidFill>
                  <a:srgbClr val="00B0F0"/>
                </a:solidFill>
              </a:rPr>
              <a:t>Client-Server:</a:t>
            </a:r>
            <a:r>
              <a:rPr lang="en-US" dirty="0"/>
              <a:t>Separation of concerns. The client (e.g., web browser, mobile app) and server (e.g., your Django API) evolve independently.</a:t>
            </a:r>
          </a:p>
          <a:p>
            <a:pPr marL="0" indent="0">
              <a:buNone/>
            </a:pPr>
            <a:r>
              <a:rPr lang="en-US" dirty="0"/>
              <a:t>                 </a:t>
            </a:r>
          </a:p>
          <a:p>
            <a:pPr marL="0" indent="0">
              <a:buNone/>
            </a:pPr>
            <a:r>
              <a:rPr lang="en-US" dirty="0"/>
              <a:t>         </a:t>
            </a:r>
          </a:p>
        </p:txBody>
      </p:sp>
      <p:sp>
        <p:nvSpPr>
          <p:cNvPr id="11" name="Rectangle 3">
            <a:extLst>
              <a:ext uri="{FF2B5EF4-FFF2-40B4-BE49-F238E27FC236}">
                <a16:creationId xmlns:a16="http://schemas.microsoft.com/office/drawing/2014/main" id="{19364F1F-89A1-D89C-5943-5552D04649E1}"/>
              </a:ext>
            </a:extLst>
          </p:cNvPr>
          <p:cNvSpPr>
            <a:spLocks noChangeArrowheads="1"/>
          </p:cNvSpPr>
          <p:nvPr/>
        </p:nvSpPr>
        <p:spPr bwMode="auto">
          <a:xfrm>
            <a:off x="757084" y="4873547"/>
            <a:ext cx="863272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Client</a:t>
            </a:r>
            <a:r>
              <a:rPr kumimoji="0" lang="en-US" altLang="en-US" sz="1800" b="0" i="0" u="none" strike="noStrike" cap="none" normalizeH="0" baseline="0" dirty="0">
                <a:ln>
                  <a:noFill/>
                </a:ln>
                <a:solidFill>
                  <a:schemeClr val="tx1"/>
                </a:solidFill>
                <a:effectLst/>
                <a:latin typeface="Arial" panose="020B0604020202020204" pitchFamily="34" charset="0"/>
              </a:rPr>
              <a:t> (your web browser, a mobile app, or another server) is only responsible for the user interface and the user's experience.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4">
            <a:extLst>
              <a:ext uri="{FF2B5EF4-FFF2-40B4-BE49-F238E27FC236}">
                <a16:creationId xmlns:a16="http://schemas.microsoft.com/office/drawing/2014/main" id="{75AB1983-C18C-C9B7-BB10-42BD56E634FF}"/>
              </a:ext>
            </a:extLst>
          </p:cNvPr>
          <p:cNvSpPr>
            <a:spLocks noChangeArrowheads="1"/>
          </p:cNvSpPr>
          <p:nvPr/>
        </p:nvSpPr>
        <p:spPr bwMode="auto">
          <a:xfrm>
            <a:off x="808703" y="5689780"/>
            <a:ext cx="816878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Server</a:t>
            </a:r>
            <a:r>
              <a:rPr kumimoji="0" lang="en-US" altLang="en-US" sz="1800" b="0" i="0" u="none" strike="noStrike" cap="none" normalizeH="0" baseline="0" dirty="0">
                <a:ln>
                  <a:noFill/>
                </a:ln>
                <a:solidFill>
                  <a:schemeClr val="tx1"/>
                </a:solidFill>
                <a:effectLst/>
                <a:latin typeface="Arial" panose="020B0604020202020204" pitchFamily="34" charset="0"/>
              </a:rPr>
              <a:t> (the backend database and application logic) is only responsible for managing data, security, and processing.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83EA0868-9883-3DAF-D87C-E379740FE838}"/>
              </a:ext>
            </a:extLst>
          </p:cNvPr>
          <p:cNvSpPr txBox="1">
            <a:spLocks noGrp="1"/>
          </p:cNvSpPr>
          <p:nvPr>
            <p:ph idx="1"/>
          </p:nvPr>
        </p:nvSpPr>
        <p:spPr>
          <a:xfrm>
            <a:off x="387350" y="114299"/>
            <a:ext cx="8687824" cy="5109091"/>
          </a:xfrm>
          <a:prstGeom prst="rect">
            <a:avLst/>
          </a:prstGeom>
          <a:noFill/>
        </p:spPr>
        <p:txBody>
          <a:bodyPr wrap="square">
            <a:spAutoFit/>
          </a:bodyPr>
          <a:lstStyle/>
          <a:p>
            <a:pPr marL="285750" indent="-285750">
              <a:buFont typeface="Arial" panose="020B0604020202020204" pitchFamily="34" charset="0"/>
              <a:buChar char="•"/>
            </a:pPr>
            <a:r>
              <a:rPr lang="en-US" sz="2000" b="1" dirty="0"/>
              <a:t>   Why it matters:</a:t>
            </a:r>
            <a:r>
              <a:rPr lang="en-US" sz="2000" dirty="0"/>
              <a:t> Because they are completely separate,        a frontend developer can completely redesign the mobile   app without the backend developer having to touch the    server code, as long as the server keeps sending the same data formats. </a:t>
            </a:r>
          </a:p>
          <a:p>
            <a:pPr marL="0" indent="0">
              <a:buNone/>
            </a:pPr>
            <a:r>
              <a:rPr lang="en-US" sz="2000" dirty="0"/>
              <a:t> </a:t>
            </a:r>
          </a:p>
          <a:p>
            <a:pPr marL="457200" indent="-457200">
              <a:buFont typeface="+mj-lt"/>
              <a:buAutoNum type="arabicPeriod" startAt="2"/>
            </a:pPr>
            <a:r>
              <a:rPr lang="en-IN" dirty="0"/>
              <a:t> </a:t>
            </a:r>
            <a:r>
              <a:rPr lang="en-IN" dirty="0">
                <a:solidFill>
                  <a:srgbClr val="00B0F0"/>
                </a:solidFill>
              </a:rPr>
              <a:t>Stateless:</a:t>
            </a:r>
            <a:r>
              <a:rPr lang="en-US" dirty="0"/>
              <a:t>Each request from client to server must contain all the information needed to understand the request. The server should not store any client context between requests. This is arguably the most important and most misunderstood rule of REST. </a:t>
            </a:r>
            <a:r>
              <a:rPr lang="en-US" b="1" dirty="0"/>
              <a:t>Stateless means the server has amnesia between every single request.</a:t>
            </a:r>
            <a:r>
              <a:rPr lang="en-US" dirty="0"/>
              <a:t> The server does not remember anything about the client's previous requests. You cannot send a request saying "Log me in," and then a second request saying, "Show me my profile.“</a:t>
            </a:r>
          </a:p>
          <a:p>
            <a:pPr marL="0" indent="0">
              <a:buNone/>
            </a:pPr>
            <a:endParaRPr lang="en-IN" dirty="0"/>
          </a:p>
        </p:txBody>
      </p:sp>
      <p:sp>
        <p:nvSpPr>
          <p:cNvPr id="8" name="Rectangle 1">
            <a:extLst>
              <a:ext uri="{FF2B5EF4-FFF2-40B4-BE49-F238E27FC236}">
                <a16:creationId xmlns:a16="http://schemas.microsoft.com/office/drawing/2014/main" id="{852F765A-C807-BFFD-0995-21BAE0278315}"/>
              </a:ext>
            </a:extLst>
          </p:cNvPr>
          <p:cNvSpPr>
            <a:spLocks noChangeArrowheads="1"/>
          </p:cNvSpPr>
          <p:nvPr/>
        </p:nvSpPr>
        <p:spPr bwMode="auto">
          <a:xfrm>
            <a:off x="481776" y="5277078"/>
            <a:ext cx="859339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How it works instead:</a:t>
            </a:r>
            <a:r>
              <a:rPr kumimoji="0" lang="en-US" altLang="en-US" sz="1800" b="0" i="0" u="none" strike="noStrike" cap="none" normalizeH="0" baseline="0" dirty="0">
                <a:ln>
                  <a:noFill/>
                </a:ln>
                <a:solidFill>
                  <a:schemeClr val="tx1"/>
                </a:solidFill>
                <a:effectLst/>
                <a:latin typeface="Arial" panose="020B0604020202020204" pitchFamily="34" charset="0"/>
              </a:rPr>
              <a:t> Every single request from the client must contain </a:t>
            </a:r>
            <a:r>
              <a:rPr kumimoji="0" lang="en-US" altLang="en-US" sz="1800" b="1" i="0" u="none" strike="noStrike" cap="none" normalizeH="0" baseline="0" dirty="0">
                <a:ln>
                  <a:noFill/>
                </a:ln>
                <a:solidFill>
                  <a:schemeClr val="tx1"/>
                </a:solidFill>
                <a:effectLst/>
                <a:latin typeface="Arial" panose="020B0604020202020204" pitchFamily="34" charset="0"/>
              </a:rPr>
              <a:t>all</a:t>
            </a:r>
            <a:r>
              <a:rPr kumimoji="0" lang="en-US" altLang="en-US" sz="1800" b="0" i="0" u="none" strike="noStrike" cap="none" normalizeH="0" baseline="0" dirty="0">
                <a:ln>
                  <a:noFill/>
                </a:ln>
                <a:solidFill>
                  <a:schemeClr val="tx1"/>
                </a:solidFill>
                <a:effectLst/>
                <a:latin typeface="Arial" panose="020B0604020202020204" pitchFamily="34" charset="0"/>
              </a:rPr>
              <a:t> the information the server needs to fulfill it. If you want to see your profile, your request must say, "Show me the profile for User 123, and here is my secure authentication token to prove I am allowed to see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52EE1-9883-960C-C784-FA0E166150F7}"/>
              </a:ext>
            </a:extLst>
          </p:cNvPr>
          <p:cNvSpPr>
            <a:spLocks noGrp="1"/>
          </p:cNvSpPr>
          <p:nvPr>
            <p:ph idx="1"/>
          </p:nvPr>
        </p:nvSpPr>
        <p:spPr>
          <a:xfrm>
            <a:off x="304800" y="68825"/>
            <a:ext cx="8839200" cy="7079227"/>
          </a:xfrm>
        </p:spPr>
        <p:txBody>
          <a:bodyPr>
            <a:normAutofit fontScale="92500" lnSpcReduction="10000"/>
          </a:bodyPr>
          <a:lstStyle/>
          <a:p>
            <a:r>
              <a:rPr lang="en-US" sz="2000" b="1" dirty="0"/>
              <a:t>   Why it matters:</a:t>
            </a:r>
            <a:r>
              <a:rPr lang="en-US" sz="2000" dirty="0"/>
              <a:t> It makes servers incredibly scalable. If a company has 100 servers, your first request might go to Server A, and your second request might go to Server B. Because the requests contain all the necessary context, Server B doesn't need to know what you said to Server A.</a:t>
            </a:r>
          </a:p>
          <a:p>
            <a:pPr marL="0" indent="0">
              <a:buNone/>
            </a:pPr>
            <a:endParaRPr lang="en-US" sz="2000" dirty="0"/>
          </a:p>
          <a:p>
            <a:pPr marL="514350" indent="-514350">
              <a:buFont typeface="+mj-lt"/>
              <a:buAutoNum type="arabicPeriod" startAt="3"/>
            </a:pPr>
            <a:r>
              <a:rPr lang="en-IN" sz="2600" dirty="0">
                <a:solidFill>
                  <a:srgbClr val="00B0F0"/>
                </a:solidFill>
              </a:rPr>
              <a:t>Cacheable</a:t>
            </a:r>
            <a:r>
              <a:rPr lang="en-IN" dirty="0">
                <a:solidFill>
                  <a:srgbClr val="00B0F0"/>
                </a:solidFill>
              </a:rPr>
              <a:t>:</a:t>
            </a:r>
            <a:r>
              <a:rPr lang="en-IN" sz="2000" dirty="0">
                <a:solidFill>
                  <a:srgbClr val="00B0F0"/>
                </a:solidFill>
              </a:rPr>
              <a:t> </a:t>
            </a:r>
            <a:r>
              <a:rPr lang="en-US" dirty="0"/>
              <a:t>Responses can be explicitly or implicitly defined as cacheable to improve performance. Examples are:</a:t>
            </a:r>
          </a:p>
          <a:p>
            <a:pPr marL="0" indent="0">
              <a:buNone/>
            </a:pPr>
            <a:endParaRPr lang="en-US" dirty="0"/>
          </a:p>
          <a:p>
            <a:r>
              <a:rPr lang="en-US" sz="2000" dirty="0"/>
              <a:t> </a:t>
            </a:r>
            <a:r>
              <a:rPr lang="en-US" sz="2200" dirty="0"/>
              <a:t>If you request a list of the 50 US States, the server should attach a note to the response saying, "This data won't change anytime soon; cache it for a month." The next time the client needs that list, it uses its local copy instead of bothering the server.</a:t>
            </a:r>
          </a:p>
          <a:p>
            <a:r>
              <a:rPr lang="en-US" sz="2200" b="1" dirty="0"/>
              <a:t>Why it matters:</a:t>
            </a:r>
            <a:r>
              <a:rPr lang="en-US" sz="2200" dirty="0"/>
              <a:t> It drastically reduces network traffic, lowers server load, and makes the application feel lightning-fast for the user.</a:t>
            </a:r>
          </a:p>
          <a:p>
            <a:pPr marL="0" indent="0">
              <a:buNone/>
            </a:pPr>
            <a:endParaRPr lang="en-US" sz="2000" dirty="0"/>
          </a:p>
          <a:p>
            <a:pPr marL="514350" indent="-514350">
              <a:buFont typeface="+mj-lt"/>
              <a:buAutoNum type="arabicPeriod" startAt="4"/>
            </a:pPr>
            <a:r>
              <a:rPr lang="en-IN" sz="2600" dirty="0">
                <a:solidFill>
                  <a:srgbClr val="00B0F0"/>
                </a:solidFill>
              </a:rPr>
              <a:t>Uniform Interface</a:t>
            </a:r>
            <a:r>
              <a:rPr lang="en-IN" sz="2600" dirty="0"/>
              <a:t>: </a:t>
            </a:r>
            <a:r>
              <a:rPr lang="en-US" sz="2200" dirty="0"/>
              <a:t>The most critical constraint. It simplifies system architecture by having a common way to interact with resources. This involves: </a:t>
            </a:r>
          </a:p>
          <a:p>
            <a:r>
              <a:rPr lang="en-US" sz="2100" dirty="0"/>
              <a:t>  Resource-based: Data is identified as resources (e.g., /products, /users/1). </a:t>
            </a:r>
          </a:p>
          <a:p>
            <a:r>
              <a:rPr lang="en-US" sz="2000" dirty="0"/>
              <a:t>   Standard HTTP Methods:  Use standard HTTP verbs to perform actions on resources:</a:t>
            </a:r>
          </a:p>
          <a:p>
            <a:pPr marL="514350" indent="-514350">
              <a:buFont typeface="+mj-lt"/>
              <a:buAutoNum type="romanLcPeriod"/>
            </a:pPr>
            <a:r>
              <a:rPr lang="en-US" sz="2000" dirty="0"/>
              <a:t>     GET: Retrieve (Read) a resource or collection of resources. (Idempotent &amp; Safe) </a:t>
            </a:r>
          </a:p>
          <a:p>
            <a:pPr marL="514350" indent="-514350">
              <a:buFont typeface="+mj-lt"/>
              <a:buAutoNum type="romanLcPeriod"/>
            </a:pPr>
            <a:r>
              <a:rPr lang="en-US" sz="2000" dirty="0"/>
              <a:t>POST: Create a new resource. (Not Idempotent &amp; Not Safe) </a:t>
            </a:r>
          </a:p>
        </p:txBody>
      </p:sp>
    </p:spTree>
    <p:extLst>
      <p:ext uri="{BB962C8B-B14F-4D97-AF65-F5344CB8AC3E}">
        <p14:creationId xmlns:p14="http://schemas.microsoft.com/office/powerpoint/2010/main" val="20333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1BA913-E5BE-2359-C5C6-8B7EEA69CF27}"/>
              </a:ext>
            </a:extLst>
          </p:cNvPr>
          <p:cNvSpPr>
            <a:spLocks noGrp="1"/>
          </p:cNvSpPr>
          <p:nvPr>
            <p:ph idx="1"/>
          </p:nvPr>
        </p:nvSpPr>
        <p:spPr>
          <a:xfrm>
            <a:off x="240232" y="186812"/>
            <a:ext cx="8903768" cy="6597445"/>
          </a:xfrm>
        </p:spPr>
        <p:txBody>
          <a:bodyPr>
            <a:normAutofit lnSpcReduction="10000"/>
          </a:bodyPr>
          <a:lstStyle/>
          <a:p>
            <a:pPr marL="514350" indent="-514350">
              <a:buFont typeface="+mj-lt"/>
              <a:buAutoNum type="romanLcPeriod" startAt="3"/>
            </a:pPr>
            <a:r>
              <a:rPr lang="en-US" sz="2000" dirty="0"/>
              <a:t>PUT: Update/Replace an existing resource (entirely). (Idempotent) </a:t>
            </a:r>
          </a:p>
          <a:p>
            <a:pPr marL="514350" indent="-514350">
              <a:buFont typeface="+mj-lt"/>
              <a:buAutoNum type="romanLcPeriod" startAt="3"/>
            </a:pPr>
            <a:r>
              <a:rPr lang="en-US" sz="2000" dirty="0"/>
              <a:t>PATCH: Partially update an existing resource. (Not Idempotent)</a:t>
            </a:r>
          </a:p>
          <a:p>
            <a:pPr marL="514350" indent="-514350">
              <a:buFont typeface="+mj-lt"/>
              <a:buAutoNum type="romanLcPeriod" startAt="3"/>
            </a:pPr>
            <a:r>
              <a:rPr lang="en-US" sz="2000" dirty="0"/>
              <a:t>PATCH: Partially update an existing resource. (Not Idempotent</a:t>
            </a:r>
            <a:r>
              <a:rPr lang="en-US" dirty="0"/>
              <a:t>)</a:t>
            </a:r>
          </a:p>
          <a:p>
            <a:r>
              <a:rPr lang="en-US" dirty="0"/>
              <a:t>Stateless Interactions: No session information is stored on the server. </a:t>
            </a:r>
          </a:p>
          <a:p>
            <a:r>
              <a:rPr lang="en-US" dirty="0"/>
              <a:t>Hypermedia as the Engine of Application State (HATEOAS): Resources should contain links to related resources, guiding the client on available actions. (Often not fully implemented in simpler APIs). </a:t>
            </a:r>
          </a:p>
          <a:p>
            <a:pPr marL="457200" indent="-457200">
              <a:buFont typeface="+mj-lt"/>
              <a:buAutoNum type="arabicPeriod" startAt="5"/>
            </a:pPr>
            <a:r>
              <a:rPr lang="en-IN" dirty="0">
                <a:solidFill>
                  <a:srgbClr val="00B0F0"/>
                </a:solidFill>
              </a:rPr>
              <a:t>Code on Demand (Optional):  </a:t>
            </a:r>
            <a:r>
              <a:rPr lang="en-US" dirty="0"/>
              <a:t>Servers can temporarily extend or customize the functionality of a client by transferring executable code. </a:t>
            </a:r>
          </a:p>
          <a:p>
            <a:r>
              <a:rPr lang="en-IN" sz="2600" b="1" dirty="0">
                <a:solidFill>
                  <a:srgbClr val="FFC000"/>
                </a:solidFill>
              </a:rPr>
              <a:t>JSON (JavaScript Object Notation):</a:t>
            </a:r>
          </a:p>
          <a:p>
            <a:pPr marL="571500" indent="-571500">
              <a:buFont typeface="+mj-lt"/>
              <a:buAutoNum type="romanLcPeriod"/>
            </a:pPr>
            <a:r>
              <a:rPr lang="en-US" sz="2200" dirty="0"/>
              <a:t>The most common data format for REST APIs due to its lightweight nature and ease of parsing for both humans and machines. </a:t>
            </a:r>
          </a:p>
          <a:p>
            <a:pPr marL="571500" indent="-571500">
              <a:buFont typeface="+mj-lt"/>
              <a:buAutoNum type="romanLcPeriod"/>
            </a:pPr>
            <a:r>
              <a:rPr lang="en-US" sz="2200" dirty="0"/>
              <a:t>Looks like Python dictionaries and lists.</a:t>
            </a:r>
            <a:r>
              <a:rPr lang="en-IN" sz="1900" dirty="0"/>
              <a:t> Examples are:</a:t>
            </a:r>
          </a:p>
          <a:p>
            <a:pPr marL="0" indent="0">
              <a:buNone/>
            </a:pPr>
            <a:r>
              <a:rPr lang="en-US" sz="2200" dirty="0"/>
              <a:t>["Apple“ , "Banana", "Cherry"]  and , { "</a:t>
            </a:r>
            <a:r>
              <a:rPr lang="en-US" sz="2200" dirty="0" err="1"/>
              <a:t>firstName</a:t>
            </a:r>
            <a:r>
              <a:rPr lang="en-US" sz="2200" dirty="0"/>
              <a:t>“ : "John“ , "</a:t>
            </a:r>
            <a:r>
              <a:rPr lang="en-US" sz="2200" dirty="0" err="1"/>
              <a:t>lastName</a:t>
            </a:r>
            <a:r>
              <a:rPr lang="en-US" sz="2200" dirty="0"/>
              <a:t>“ : "Doe“ , "age“ : 28,"isEmployed“ : true}</a:t>
            </a:r>
          </a:p>
          <a:p>
            <a:pPr marL="0" indent="0">
              <a:buNone/>
            </a:pPr>
            <a:endParaRPr lang="en-US" sz="2200" dirty="0"/>
          </a:p>
          <a:p>
            <a:pPr marL="0" indent="0">
              <a:buNone/>
            </a:pPr>
            <a:endParaRPr lang="en-US" sz="2200" dirty="0"/>
          </a:p>
        </p:txBody>
      </p:sp>
    </p:spTree>
    <p:extLst>
      <p:ext uri="{BB962C8B-B14F-4D97-AF65-F5344CB8AC3E}">
        <p14:creationId xmlns:p14="http://schemas.microsoft.com/office/powerpoint/2010/main" val="2781322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33" y="108156"/>
            <a:ext cx="8023737" cy="314632"/>
          </a:xfrm>
        </p:spPr>
        <p:txBody>
          <a:bodyPr>
            <a:normAutofit fontScale="90000"/>
          </a:bodyPr>
          <a:lstStyle/>
          <a:p>
            <a:r>
              <a:rPr lang="en-IN" dirty="0">
                <a:solidFill>
                  <a:schemeClr val="accent1">
                    <a:lumMod val="60000"/>
                    <a:lumOff val="40000"/>
                  </a:schemeClr>
                </a:solidFill>
              </a:rPr>
              <a:t>REST API METHODS:</a:t>
            </a:r>
            <a:endParaRPr dirty="0">
              <a:solidFill>
                <a:schemeClr val="accent1">
                  <a:lumMod val="60000"/>
                  <a:lumOff val="40000"/>
                </a:schemeClr>
              </a:solidFill>
            </a:endParaRPr>
          </a:p>
        </p:txBody>
      </p:sp>
      <p:sp>
        <p:nvSpPr>
          <p:cNvPr id="3" name="Content Placeholder 2"/>
          <p:cNvSpPr>
            <a:spLocks noGrp="1"/>
          </p:cNvSpPr>
          <p:nvPr>
            <p:ph idx="1"/>
          </p:nvPr>
        </p:nvSpPr>
        <p:spPr>
          <a:xfrm>
            <a:off x="0" y="580104"/>
            <a:ext cx="9144000" cy="6803922"/>
          </a:xfrm>
        </p:spPr>
        <p:txBody>
          <a:bodyPr>
            <a:normAutofit/>
          </a:bodyPr>
          <a:lstStyle/>
          <a:p>
            <a:r>
              <a:rPr lang="en-US" sz="2000" dirty="0"/>
              <a:t>When we talk about REST API methods, we are talking about the </a:t>
            </a:r>
            <a:r>
              <a:rPr lang="en-US" sz="2000" b="1" dirty="0"/>
              <a:t>verbs</a:t>
            </a:r>
            <a:r>
              <a:rPr lang="en-US" sz="2000" dirty="0"/>
              <a:t> of the internet. If a URL (like /users/123) is the </a:t>
            </a:r>
            <a:r>
              <a:rPr lang="en-US" sz="2000" b="1" dirty="0"/>
              <a:t>noun</a:t>
            </a:r>
            <a:r>
              <a:rPr lang="en-US" sz="2000" dirty="0"/>
              <a:t> or the resource, the HTTP methods are the actions you take on those resources. To understand these in detail, we must look at two technical properties: </a:t>
            </a:r>
            <a:r>
              <a:rPr lang="en-US" sz="2000" b="1" dirty="0"/>
              <a:t>Safety</a:t>
            </a:r>
            <a:r>
              <a:rPr lang="en-US" sz="2000" dirty="0"/>
              <a:t> and </a:t>
            </a:r>
            <a:r>
              <a:rPr lang="en-US" sz="2000" b="1" dirty="0"/>
              <a:t>Idempotency</a:t>
            </a:r>
            <a:r>
              <a:rPr lang="en-US" sz="2000" dirty="0"/>
              <a:t>.</a:t>
            </a:r>
          </a:p>
          <a:p>
            <a:pPr marL="0" indent="0">
              <a:buNone/>
            </a:pPr>
            <a:endParaRPr lang="en-US" sz="2000" dirty="0"/>
          </a:p>
          <a:p>
            <a:pPr marL="457200" indent="-457200">
              <a:buFont typeface="+mj-lt"/>
              <a:buAutoNum type="arabicPeriod"/>
            </a:pPr>
            <a:r>
              <a:rPr lang="en-US" b="1" dirty="0"/>
              <a:t>The Ground Rules: Safety &amp; Idempotency</a:t>
            </a:r>
            <a:r>
              <a:rPr lang="en-US" dirty="0"/>
              <a:t>:</a:t>
            </a:r>
          </a:p>
          <a:p>
            <a:r>
              <a:rPr lang="en-IN" sz="2000" b="1" dirty="0"/>
              <a:t>Safe Methods:</a:t>
            </a:r>
            <a:r>
              <a:rPr lang="en-US" sz="2000" dirty="0"/>
              <a:t>These are read-only. They do not change the state of the server. You can call them a million times, and the database remains untouched. Example is GET is a safe method.</a:t>
            </a:r>
          </a:p>
          <a:p>
            <a:r>
              <a:rPr lang="en-IN" sz="2000" b="1" dirty="0"/>
              <a:t>Idempotent Methods:</a:t>
            </a:r>
            <a:r>
              <a:rPr lang="en-US" sz="2000" dirty="0"/>
              <a:t>An operation is idempotent if performing it once has the same effect as performing it multiple times . </a:t>
            </a:r>
            <a:r>
              <a:rPr lang="en-US" sz="2000" b="1" dirty="0"/>
              <a:t>Example is  GET, PUT , DELETE.</a:t>
            </a:r>
          </a:p>
          <a:p>
            <a:pPr marL="457200" indent="-457200">
              <a:buFont typeface="+mj-lt"/>
              <a:buAutoNum type="arabicPeriod" startAt="2"/>
            </a:pPr>
            <a:r>
              <a:rPr lang="en-IN" b="1" dirty="0"/>
              <a:t>The Primary REST Methods:</a:t>
            </a:r>
          </a:p>
          <a:p>
            <a:r>
              <a:rPr lang="en-IN" sz="2000" b="1" dirty="0"/>
              <a:t>GET (Read) :</a:t>
            </a:r>
            <a:r>
              <a:rPr lang="en-US" sz="2000" b="1" dirty="0"/>
              <a:t>  </a:t>
            </a:r>
            <a:r>
              <a:rPr lang="en-US" sz="2000" dirty="0"/>
              <a:t>The most common method. It retrieves a representation of a resource.</a:t>
            </a:r>
          </a:p>
          <a:p>
            <a:pPr marL="0" indent="0">
              <a:buNone/>
            </a:pPr>
            <a:r>
              <a:rPr lang="en-US" sz="2000" dirty="0"/>
              <a:t>           </a:t>
            </a:r>
            <a:r>
              <a:rPr lang="en-IN" sz="2200" b="1" dirty="0"/>
              <a:t>Safety</a:t>
            </a:r>
            <a:r>
              <a:rPr lang="en-IN" sz="2000" b="1" dirty="0"/>
              <a:t>: </a:t>
            </a:r>
            <a:r>
              <a:rPr lang="en-US" altLang="en-US" sz="2000" dirty="0">
                <a:solidFill>
                  <a:schemeClr val="tx1"/>
                </a:solidFill>
                <a:latin typeface="Arial" panose="020B0604020202020204" pitchFamily="34" charset="0"/>
              </a:rPr>
              <a:t>Safe</a:t>
            </a:r>
            <a:r>
              <a:rPr lang="en-US" altLang="en-US" sz="2000" b="1" dirty="0">
                <a:solidFill>
                  <a:schemeClr val="tx1"/>
                </a:solidFill>
                <a:latin typeface="Arial" panose="020B0604020202020204" pitchFamily="34" charset="0"/>
              </a:rPr>
              <a:t>.</a:t>
            </a:r>
            <a:r>
              <a:rPr lang="en-US" altLang="en-US" sz="2000" dirty="0">
                <a:solidFill>
                  <a:schemeClr val="tx1"/>
                </a:solidFill>
                <a:latin typeface="Arial" panose="020B0604020202020204" pitchFamily="34" charset="0"/>
              </a:rPr>
              <a:t> It only fetches data.</a:t>
            </a:r>
          </a:p>
          <a:p>
            <a:pPr marL="0" indent="0">
              <a:buNone/>
            </a:pPr>
            <a:r>
              <a:rPr lang="en-US" altLang="en-US" sz="2000" dirty="0">
                <a:solidFill>
                  <a:schemeClr val="tx1"/>
                </a:solidFill>
                <a:latin typeface="Arial" panose="020B0604020202020204" pitchFamily="34" charset="0"/>
              </a:rPr>
              <a:t>        </a:t>
            </a:r>
            <a:r>
              <a:rPr lang="en-US" altLang="en-US" sz="2000" b="1" dirty="0">
                <a:solidFill>
                  <a:schemeClr val="tx1"/>
                </a:solidFill>
                <a:latin typeface="Arial" panose="020B0604020202020204" pitchFamily="34" charset="0"/>
              </a:rPr>
              <a:t>Idempotency:</a:t>
            </a:r>
            <a:r>
              <a:rPr lang="en-US" altLang="en-US" sz="2000" dirty="0">
                <a:solidFill>
                  <a:schemeClr val="tx1"/>
                </a:solidFill>
                <a:latin typeface="Arial" panose="020B0604020202020204" pitchFamily="34" charset="0"/>
              </a:rPr>
              <a:t> Idempotent</a:t>
            </a:r>
            <a:r>
              <a:rPr lang="en-US" altLang="en-US" sz="2000" b="1" dirty="0">
                <a:solidFill>
                  <a:schemeClr val="tx1"/>
                </a:solidFill>
                <a:latin typeface="Arial" panose="020B0604020202020204" pitchFamily="34" charset="0"/>
              </a:rPr>
              <a:t>.</a:t>
            </a:r>
            <a:r>
              <a:rPr lang="en-US" altLang="en-US" sz="2000" dirty="0">
                <a:solidFill>
                  <a:schemeClr val="tx1"/>
                </a:solidFill>
                <a:latin typeface="Arial" panose="020B0604020202020204" pitchFamily="34" charset="0"/>
              </a:rPr>
              <a:t> Requesting the same data repeatedly doesn't change the data</a:t>
            </a:r>
          </a:p>
          <a:p>
            <a:pPr marL="0" indent="0">
              <a:buNone/>
            </a:pPr>
            <a:r>
              <a:rPr lang="en-US" sz="2000" b="1" dirty="0"/>
              <a:t>Example:</a:t>
            </a:r>
            <a:r>
              <a:rPr lang="en-US" sz="2000" dirty="0"/>
              <a:t> </a:t>
            </a:r>
            <a:r>
              <a:rPr lang="en-US" dirty="0"/>
              <a:t>GET /products/45</a:t>
            </a:r>
            <a:r>
              <a:rPr lang="en-US" sz="2000" dirty="0"/>
              <a:t> fetches the details of product #45.</a:t>
            </a:r>
            <a:endParaRPr lang="en-US" altLang="en-US" sz="2000" dirty="0">
              <a:solidFill>
                <a:schemeClr val="tx1"/>
              </a:solidFill>
              <a:latin typeface="Arial" panose="020B0604020202020204" pitchFamily="34" charset="0"/>
            </a:endParaRPr>
          </a:p>
          <a:p>
            <a:pPr marL="0" indent="0">
              <a:buNone/>
            </a:pPr>
            <a:r>
              <a:rPr lang="en-US" altLang="en-US" sz="2000" dirty="0">
                <a:solidFill>
                  <a:schemeClr val="tx1"/>
                </a:solidFill>
                <a:latin typeface="Arial" panose="020B0604020202020204" pitchFamily="34" charset="0"/>
              </a:rPr>
              <a:t>        </a:t>
            </a:r>
          </a:p>
          <a:p>
            <a:pPr marL="0" indent="0">
              <a:buNone/>
            </a:pPr>
            <a:endParaRPr lang="en-US" sz="2000" b="1" dirty="0"/>
          </a:p>
          <a:p>
            <a:pPr marL="0" indent="0">
              <a:buNone/>
            </a:pPr>
            <a:endParaRPr lang="en-IN" sz="2000" b="1" dirty="0"/>
          </a:p>
        </p:txBody>
      </p:sp>
      <p:sp>
        <p:nvSpPr>
          <p:cNvPr id="6" name="Rectangle 3">
            <a:extLst>
              <a:ext uri="{FF2B5EF4-FFF2-40B4-BE49-F238E27FC236}">
                <a16:creationId xmlns:a16="http://schemas.microsoft.com/office/drawing/2014/main" id="{20D514D2-1173-3F30-CE35-716FA976CA34}"/>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484" y="98323"/>
            <a:ext cx="9065342" cy="6759677"/>
          </a:xfrm>
        </p:spPr>
        <p:txBody>
          <a:bodyPr>
            <a:normAutofit lnSpcReduction="10000"/>
          </a:bodyPr>
          <a:lstStyle/>
          <a:p>
            <a:r>
              <a:rPr lang="en-IN" sz="2000" b="1" dirty="0"/>
              <a:t>POST (Create): </a:t>
            </a:r>
            <a:r>
              <a:rPr lang="en-US" sz="2000" dirty="0"/>
              <a:t>Used to send data to the server to create a </a:t>
            </a:r>
            <a:r>
              <a:rPr lang="en-US" sz="2000" b="1" dirty="0"/>
              <a:t>new</a:t>
            </a:r>
            <a:r>
              <a:rPr lang="en-US" sz="2000" dirty="0"/>
              <a:t> resource. The server usually decides the ID for the new item.</a:t>
            </a:r>
          </a:p>
          <a:p>
            <a:pPr marL="0" indent="0">
              <a:buNone/>
            </a:pPr>
            <a:r>
              <a:rPr lang="en-US" sz="2000" b="1" dirty="0"/>
              <a:t>                Safety: </a:t>
            </a:r>
            <a:r>
              <a:rPr lang="en-US" sz="2000" dirty="0"/>
              <a:t>Not Safe</a:t>
            </a:r>
            <a:r>
              <a:rPr lang="en-US" sz="2000" b="1" dirty="0"/>
              <a:t>.</a:t>
            </a:r>
            <a:r>
              <a:rPr lang="en-US" sz="2000" dirty="0"/>
              <a:t> It creates new records . It changes the database.</a:t>
            </a:r>
          </a:p>
          <a:p>
            <a:pPr marL="0" indent="0">
              <a:buNone/>
            </a:pPr>
            <a:r>
              <a:rPr lang="en-US" sz="2000" b="1" dirty="0"/>
              <a:t>                Idempotency:</a:t>
            </a:r>
            <a:r>
              <a:rPr lang="en-US" sz="2000" dirty="0"/>
              <a:t> </a:t>
            </a:r>
            <a:r>
              <a:rPr lang="en-US" sz="2000" b="1" dirty="0"/>
              <a:t>Not Idempotent.</a:t>
            </a:r>
            <a:r>
              <a:rPr lang="en-US" sz="2000" dirty="0"/>
              <a:t> If you send the same POST request twice                                 (like clicking "Submit Order" twice), you might end up with two identical orders in  the system.</a:t>
            </a:r>
          </a:p>
          <a:p>
            <a:pPr marL="0" indent="0">
              <a:buNone/>
            </a:pPr>
            <a:r>
              <a:rPr lang="en-US" sz="2000" b="1" dirty="0"/>
              <a:t>Example:</a:t>
            </a:r>
            <a:r>
              <a:rPr lang="en-US" dirty="0"/>
              <a:t> </a:t>
            </a:r>
            <a:r>
              <a:rPr lang="en-US" sz="1800" dirty="0"/>
              <a:t>POST /products</a:t>
            </a:r>
            <a:r>
              <a:rPr lang="en-US" sz="1600" dirty="0"/>
              <a:t> </a:t>
            </a:r>
            <a:r>
              <a:rPr lang="en-US" sz="2000" dirty="0"/>
              <a:t>with a body containing name and price creates a new product.</a:t>
            </a:r>
          </a:p>
          <a:p>
            <a:pPr marL="0" indent="0">
              <a:buNone/>
            </a:pPr>
            <a:endParaRPr lang="en-US" sz="2000" dirty="0"/>
          </a:p>
          <a:p>
            <a:r>
              <a:rPr lang="en-IN" sz="2000" b="1" dirty="0"/>
              <a:t>PUT (Update/Replace) :</a:t>
            </a:r>
            <a:r>
              <a:rPr lang="en-US" sz="2000" dirty="0"/>
              <a:t> Used to update an existing resource by </a:t>
            </a:r>
            <a:r>
              <a:rPr lang="en-US" sz="2000" b="1" dirty="0"/>
              <a:t>replacing</a:t>
            </a:r>
            <a:r>
              <a:rPr lang="en-US" sz="2000" dirty="0"/>
              <a:t> it entirely. You send the complete new version of the resource.</a:t>
            </a:r>
          </a:p>
          <a:p>
            <a:pPr marL="0" indent="0">
              <a:buNone/>
            </a:pPr>
            <a:r>
              <a:rPr lang="en-US" sz="2000" b="1" dirty="0"/>
              <a:t>                  Safety:</a:t>
            </a:r>
            <a:r>
              <a:rPr lang="en-US" sz="2000" dirty="0"/>
              <a:t> </a:t>
            </a:r>
            <a:r>
              <a:rPr lang="en-US" sz="2000" b="1" dirty="0"/>
              <a:t>Not Safe.</a:t>
            </a:r>
            <a:r>
              <a:rPr lang="en-US" sz="2000" dirty="0"/>
              <a:t> It modifies data.</a:t>
            </a:r>
          </a:p>
          <a:p>
            <a:pPr marL="0" indent="0">
              <a:buNone/>
            </a:pPr>
            <a:r>
              <a:rPr lang="en-US" sz="2000" b="1" dirty="0"/>
              <a:t>                  Idempotency:</a:t>
            </a:r>
            <a:r>
              <a:rPr lang="en-US" sz="2000" dirty="0"/>
              <a:t> </a:t>
            </a:r>
            <a:r>
              <a:rPr lang="en-US" sz="2000" b="1" dirty="0"/>
              <a:t>Idempotent.</a:t>
            </a:r>
            <a:r>
              <a:rPr lang="en-US" sz="2000" dirty="0"/>
              <a:t> If you update a user's name to "Alex," doing it once or five times results in the name being "Alex.</a:t>
            </a:r>
          </a:p>
          <a:p>
            <a:pPr marL="0" indent="0">
              <a:buNone/>
            </a:pPr>
            <a:r>
              <a:rPr lang="en-US" sz="2000" b="1" dirty="0"/>
              <a:t>Example:</a:t>
            </a:r>
            <a:r>
              <a:rPr lang="en-US" sz="2000" dirty="0"/>
              <a:t> </a:t>
            </a:r>
            <a:r>
              <a:rPr lang="en-US" dirty="0"/>
              <a:t>PUT /users/12</a:t>
            </a:r>
            <a:r>
              <a:rPr lang="en-US" sz="2000" dirty="0"/>
              <a:t> replaces everything about user #12 with the new data provided.</a:t>
            </a:r>
          </a:p>
          <a:p>
            <a:pPr marL="0" indent="0">
              <a:buNone/>
            </a:pPr>
            <a:endParaRPr lang="en-US" sz="2000" b="1" dirty="0"/>
          </a:p>
          <a:p>
            <a:r>
              <a:rPr lang="en-US" sz="2000" b="1" dirty="0"/>
              <a:t>PATCH (Partial Update):</a:t>
            </a:r>
          </a:p>
          <a:p>
            <a:r>
              <a:rPr lang="en-US" sz="2000" dirty="0"/>
              <a:t>Unlike PUT, PATCH is used for </a:t>
            </a:r>
            <a:r>
              <a:rPr lang="en-US" sz="2000" b="1" dirty="0"/>
              <a:t>partial</a:t>
            </a:r>
            <a:r>
              <a:rPr lang="en-US" sz="2000" dirty="0"/>
              <a:t> modifications. You only send the specific fields you want to change.</a:t>
            </a:r>
          </a:p>
          <a:p>
            <a:pPr marL="0" indent="0">
              <a:buNone/>
            </a:pPr>
            <a:endParaRPr lang="en-US" sz="2000" b="1" dirty="0"/>
          </a:p>
          <a:p>
            <a:pPr marL="0" indent="0">
              <a:buNone/>
            </a:pPr>
            <a:endParaRPr lang="en-US" sz="20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A221EC-68EA-E000-1DA7-AE9672A26F6E}"/>
              </a:ext>
            </a:extLst>
          </p:cNvPr>
          <p:cNvSpPr>
            <a:spLocks noGrp="1"/>
          </p:cNvSpPr>
          <p:nvPr>
            <p:ph idx="1"/>
          </p:nvPr>
        </p:nvSpPr>
        <p:spPr>
          <a:xfrm>
            <a:off x="147484" y="176980"/>
            <a:ext cx="8996516" cy="6681019"/>
          </a:xfrm>
        </p:spPr>
        <p:txBody>
          <a:bodyPr/>
          <a:lstStyle/>
          <a:p>
            <a:pPr marL="0" indent="0">
              <a:buNone/>
            </a:pPr>
            <a:r>
              <a:rPr lang="en-IN" dirty="0"/>
              <a:t>     </a:t>
            </a:r>
            <a:r>
              <a:rPr lang="en-IN" sz="2000" b="1" dirty="0"/>
              <a:t>Safety:</a:t>
            </a:r>
            <a:r>
              <a:rPr lang="en-IN" sz="2000" dirty="0"/>
              <a:t> </a:t>
            </a:r>
            <a:r>
              <a:rPr lang="en-IN" sz="2000" b="1" dirty="0"/>
              <a:t>Not Safe</a:t>
            </a:r>
            <a:r>
              <a:rPr lang="en-IN" b="1" dirty="0"/>
              <a:t>.</a:t>
            </a:r>
          </a:p>
          <a:p>
            <a:pPr marL="0" indent="0">
              <a:buNone/>
            </a:pPr>
            <a:r>
              <a:rPr lang="en-IN" dirty="0"/>
              <a:t>     </a:t>
            </a:r>
            <a:r>
              <a:rPr lang="en-IN" b="1" dirty="0"/>
              <a:t>Idempotency</a:t>
            </a:r>
            <a:r>
              <a:rPr lang="en-IN" sz="2000" b="1" dirty="0"/>
              <a:t>:</a:t>
            </a:r>
            <a:r>
              <a:rPr lang="en-US" sz="2000" b="1" dirty="0"/>
              <a:t> Usually Not Idempotent.</a:t>
            </a:r>
            <a:r>
              <a:rPr lang="en-US" sz="2000" dirty="0"/>
              <a:t> While changing a "status" to "active" is idempotent, a PATCH request that says "increment age by 1" would change the result every time you run it.</a:t>
            </a:r>
          </a:p>
          <a:p>
            <a:pPr marL="0" indent="0">
              <a:buNone/>
            </a:pPr>
            <a:r>
              <a:rPr lang="en-US" sz="2000" b="1" dirty="0"/>
              <a:t>Example:</a:t>
            </a:r>
            <a:r>
              <a:rPr lang="en-US" sz="2000" dirty="0"/>
              <a:t> PATCH /users/12 sending only {"email": "new@email.com"}.</a:t>
            </a:r>
          </a:p>
          <a:p>
            <a:pPr marL="0" indent="0">
              <a:buNone/>
            </a:pPr>
            <a:endParaRPr lang="en-US" sz="2000" dirty="0"/>
          </a:p>
          <a:p>
            <a:r>
              <a:rPr lang="en-IN" sz="2000" b="1" dirty="0"/>
              <a:t>DELETE (Remove):</a:t>
            </a:r>
          </a:p>
          <a:p>
            <a:pPr marL="0" indent="0">
              <a:buNone/>
            </a:pPr>
            <a:r>
              <a:rPr lang="en-IN" sz="2000" dirty="0"/>
              <a:t>Deletes the specified resource.</a:t>
            </a:r>
          </a:p>
          <a:p>
            <a:pPr marL="0" indent="0">
              <a:buNone/>
            </a:pPr>
            <a:r>
              <a:rPr lang="en-US" sz="2000" b="1" dirty="0"/>
              <a:t>     Safety: Not Safe.</a:t>
            </a:r>
            <a:r>
              <a:rPr lang="en-US" sz="2000" dirty="0"/>
              <a:t> It removes data.</a:t>
            </a:r>
          </a:p>
          <a:p>
            <a:pPr marL="0" indent="0">
              <a:buNone/>
            </a:pPr>
            <a:r>
              <a:rPr lang="en-US" sz="2000" b="1" dirty="0"/>
              <a:t>     </a:t>
            </a:r>
            <a:r>
              <a:rPr lang="en-IN" sz="2000" b="1" dirty="0"/>
              <a:t>Idempotency: Idempotent.</a:t>
            </a:r>
            <a:r>
              <a:rPr lang="en-US" dirty="0"/>
              <a:t> The first time you delete a resource, it’s gone. Every time after that, the resource is still "gone." The state of the server doesn't change further.</a:t>
            </a:r>
          </a:p>
          <a:p>
            <a:pPr marL="0" indent="0">
              <a:buNone/>
            </a:pPr>
            <a:r>
              <a:rPr lang="en-US" sz="2000" b="1" dirty="0"/>
              <a:t>Example:</a:t>
            </a:r>
            <a:r>
              <a:rPr lang="en-US" sz="2000" dirty="0"/>
              <a:t> </a:t>
            </a:r>
            <a:r>
              <a:rPr lang="en-US" dirty="0"/>
              <a:t>DELETE /posts/99</a:t>
            </a:r>
            <a:r>
              <a:rPr lang="en-US" sz="2000" dirty="0"/>
              <a:t> removes post #99</a:t>
            </a:r>
            <a:endParaRPr lang="en-US" sz="2000" b="1" dirty="0"/>
          </a:p>
        </p:txBody>
      </p:sp>
    </p:spTree>
    <p:extLst>
      <p:ext uri="{BB962C8B-B14F-4D97-AF65-F5344CB8AC3E}">
        <p14:creationId xmlns:p14="http://schemas.microsoft.com/office/powerpoint/2010/main" val="1865160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37" y="18256"/>
            <a:ext cx="7886700" cy="662782"/>
          </a:xfrm>
        </p:spPr>
        <p:txBody>
          <a:bodyPr>
            <a:normAutofit fontScale="90000"/>
          </a:bodyPr>
          <a:lstStyle/>
          <a:p>
            <a:r>
              <a:rPr dirty="0"/>
              <a:t>How to Consume an API</a:t>
            </a:r>
            <a:r>
              <a:rPr lang="en-IN" dirty="0"/>
              <a:t> :</a:t>
            </a:r>
            <a:endParaRPr dirty="0"/>
          </a:p>
        </p:txBody>
      </p:sp>
      <p:sp>
        <p:nvSpPr>
          <p:cNvPr id="3" name="Content Placeholder 2"/>
          <p:cNvSpPr>
            <a:spLocks noGrp="1"/>
          </p:cNvSpPr>
          <p:nvPr>
            <p:ph idx="1"/>
          </p:nvPr>
        </p:nvSpPr>
        <p:spPr>
          <a:xfrm>
            <a:off x="-1" y="681037"/>
            <a:ext cx="9144001" cy="6158707"/>
          </a:xfrm>
        </p:spPr>
        <p:txBody>
          <a:bodyPr>
            <a:normAutofit lnSpcReduction="10000"/>
          </a:bodyPr>
          <a:lstStyle/>
          <a:p>
            <a:r>
              <a:rPr lang="en-US" dirty="0"/>
              <a:t>Consuming an API (Application Programming Interface) simply means writing code that talks to another system over the internet to get or send data. Think of it like ordering food at a restaurant : you (the client) look at the menu (the API documentation), place an order with the waiter (send a request), and the kitchen brings you your food (the response).</a:t>
            </a:r>
          </a:p>
          <a:p>
            <a:pPr marL="0" indent="0">
              <a:buNone/>
            </a:pPr>
            <a:endParaRPr lang="en-US" dirty="0"/>
          </a:p>
          <a:p>
            <a:r>
              <a:rPr lang="en-US" b="1" dirty="0"/>
              <a:t>To consume an API, you generally need to understand three core concepts:</a:t>
            </a:r>
          </a:p>
          <a:p>
            <a:pPr marL="457200" indent="-457200">
              <a:buFont typeface="+mj-lt"/>
              <a:buAutoNum type="arabicPeriod"/>
            </a:pPr>
            <a:r>
              <a:rPr lang="en-IN" b="1" dirty="0"/>
              <a:t>The Endpoint (URL):</a:t>
            </a:r>
            <a:r>
              <a:rPr lang="en-IN" dirty="0"/>
              <a:t> </a:t>
            </a:r>
            <a:r>
              <a:rPr lang="en-US" dirty="0"/>
              <a:t>The specific web address where the data lives</a:t>
            </a:r>
          </a:p>
          <a:p>
            <a:pPr marL="457200" indent="-457200">
              <a:buFont typeface="+mj-lt"/>
              <a:buAutoNum type="arabicPeriod"/>
            </a:pPr>
            <a:r>
              <a:rPr lang="en-IN" b="1" dirty="0"/>
              <a:t>The Method: </a:t>
            </a:r>
            <a:r>
              <a:rPr lang="en-US" dirty="0"/>
              <a:t>What you want to do. The most common is GET (fetch data), but there is also POST (send new data), PUT (update data), and DELETE.</a:t>
            </a:r>
          </a:p>
          <a:p>
            <a:pPr marL="457200" indent="-457200">
              <a:buFont typeface="+mj-lt"/>
              <a:buAutoNum type="arabicPeriod"/>
            </a:pPr>
            <a:r>
              <a:rPr lang="en-IN" b="1" dirty="0"/>
              <a:t>The Format:</a:t>
            </a:r>
            <a:r>
              <a:rPr lang="en-IN" dirty="0"/>
              <a:t> </a:t>
            </a:r>
            <a:r>
              <a:rPr lang="en-US" dirty="0"/>
              <a:t>Most modern APIs return data in </a:t>
            </a:r>
            <a:r>
              <a:rPr lang="en-US" b="1" dirty="0"/>
              <a:t>JSON</a:t>
            </a:r>
            <a:r>
              <a:rPr lang="en-US" dirty="0"/>
              <a:t> (JavaScript Object Notation), which looks a lot like a standard dictionary or object in code. While an API can technically return data in almost any format, JSON has become the undisputed industry standard.</a:t>
            </a:r>
          </a:p>
          <a:p>
            <a:pPr marL="0" indent="0">
              <a:buNone/>
            </a:pPr>
            <a:r>
              <a:rPr lang="en-US" b="1" dirty="0"/>
              <a:t>       (like </a:t>
            </a:r>
            <a:r>
              <a:rPr lang="en-US" b="1" dirty="0" err="1"/>
              <a:t>xml,csv,etc</a:t>
            </a:r>
            <a:r>
              <a:rPr lang="en-US" b="1"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44B7C-DF19-2DFE-9005-2FD4664A778C}"/>
              </a:ext>
            </a:extLst>
          </p:cNvPr>
          <p:cNvSpPr>
            <a:spLocks noGrp="1"/>
          </p:cNvSpPr>
          <p:nvPr>
            <p:ph idx="1"/>
          </p:nvPr>
        </p:nvSpPr>
        <p:spPr>
          <a:xfrm>
            <a:off x="117987" y="196645"/>
            <a:ext cx="9026013" cy="6779341"/>
          </a:xfrm>
        </p:spPr>
        <p:txBody>
          <a:bodyPr/>
          <a:lstStyle/>
          <a:p>
            <a:r>
              <a:rPr lang="en-US" b="1" dirty="0"/>
              <a:t>Let's look at how to consume a free, public API (we'll use </a:t>
            </a:r>
            <a:r>
              <a:rPr lang="en-US" b="1" dirty="0" err="1"/>
              <a:t>JSONPlaceholder</a:t>
            </a:r>
            <a:r>
              <a:rPr lang="en-US" b="1" dirty="0"/>
              <a:t>, a fake API designed for testing):</a:t>
            </a:r>
          </a:p>
          <a:p>
            <a:pPr marL="0" indent="0">
              <a:buNone/>
            </a:pPr>
            <a:endParaRPr lang="en-US" b="1" dirty="0"/>
          </a:p>
          <a:p>
            <a:r>
              <a:rPr lang="en-US" b="1" dirty="0"/>
              <a:t>A Simple CLI (Using Python):</a:t>
            </a:r>
          </a:p>
          <a:p>
            <a:pPr marL="0" indent="0">
              <a:buNone/>
            </a:pPr>
            <a:r>
              <a:rPr lang="en-US" b="1" dirty="0"/>
              <a:t>  </a:t>
            </a:r>
            <a:r>
              <a:rPr lang="en-US" dirty="0"/>
              <a:t>We will use Python for writing quick CLI tools. We'll use the built-in “</a:t>
            </a:r>
            <a:r>
              <a:rPr lang="en-US" b="1" dirty="0"/>
              <a:t>requests”</a:t>
            </a:r>
            <a:r>
              <a:rPr lang="en-US" dirty="0"/>
              <a:t> library to fetch data about a fake user and print it to the terminal.</a:t>
            </a:r>
          </a:p>
          <a:p>
            <a:pPr marL="0" indent="0">
              <a:buNone/>
            </a:pPr>
            <a:endParaRPr lang="en-US" dirty="0"/>
          </a:p>
          <a:p>
            <a:pPr marL="0" indent="0">
              <a:buNone/>
            </a:pPr>
            <a:r>
              <a:rPr lang="en-IN" b="1" dirty="0"/>
              <a:t>    Prerequisite:</a:t>
            </a:r>
          </a:p>
          <a:p>
            <a:pPr marL="0" indent="0">
              <a:buNone/>
            </a:pPr>
            <a:r>
              <a:rPr lang="en-IN" dirty="0"/>
              <a:t> </a:t>
            </a:r>
            <a:r>
              <a:rPr lang="en-US" dirty="0"/>
              <a:t>We may need to install the “</a:t>
            </a:r>
            <a:r>
              <a:rPr lang="en-US" b="1" dirty="0"/>
              <a:t>requests”</a:t>
            </a:r>
            <a:r>
              <a:rPr lang="en-US" dirty="0"/>
              <a:t> library by running “</a:t>
            </a:r>
            <a:r>
              <a:rPr lang="en-US" b="1" dirty="0"/>
              <a:t>pip install requests</a:t>
            </a:r>
            <a:r>
              <a:rPr lang="en-US" dirty="0"/>
              <a:t>” in your terminal.</a:t>
            </a:r>
          </a:p>
          <a:p>
            <a:pPr marL="0" indent="0">
              <a:buNone/>
            </a:pPr>
            <a:endParaRPr lang="en-US" dirty="0"/>
          </a:p>
          <a:p>
            <a:pPr marL="0" indent="0">
              <a:buNone/>
            </a:pPr>
            <a:r>
              <a:rPr lang="en-IN" b="1" dirty="0"/>
              <a:t>   How it will work:</a:t>
            </a:r>
            <a:r>
              <a:rPr lang="en-IN" dirty="0"/>
              <a:t> </a:t>
            </a:r>
          </a:p>
          <a:p>
            <a:pPr marL="0" indent="0">
              <a:buNone/>
            </a:pPr>
            <a:r>
              <a:rPr lang="en-US" dirty="0"/>
              <a:t>We run this file from your terminal (python script.py). It reaches out to the URL, waits for the server to reply, translates the JSON response into variables it can read, and prints them formatted to your screen.</a:t>
            </a:r>
          </a:p>
          <a:p>
            <a:pPr marL="0" indent="0">
              <a:buNone/>
            </a:pPr>
            <a:endParaRPr lang="en-IN" b="1" dirty="0"/>
          </a:p>
        </p:txBody>
      </p:sp>
    </p:spTree>
    <p:extLst>
      <p:ext uri="{BB962C8B-B14F-4D97-AF65-F5344CB8AC3E}">
        <p14:creationId xmlns:p14="http://schemas.microsoft.com/office/powerpoint/2010/main" val="3372050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484" y="108154"/>
            <a:ext cx="9212826" cy="6749846"/>
          </a:xfrm>
        </p:spPr>
        <p:txBody>
          <a:bodyPr>
            <a:normAutofit fontScale="62500" lnSpcReduction="20000"/>
          </a:bodyPr>
          <a:lstStyle/>
          <a:p>
            <a:r>
              <a:rPr lang="en-IN" sz="2800" b="1" dirty="0"/>
              <a:t>Python code:</a:t>
            </a:r>
          </a:p>
          <a:p>
            <a:pPr marL="0" indent="0">
              <a:buNone/>
            </a:pPr>
            <a:r>
              <a:rPr lang="en-IN" sz="2800" b="1" i="1" dirty="0">
                <a:solidFill>
                  <a:schemeClr val="tx2"/>
                </a:solidFill>
              </a:rPr>
              <a:t>import requests</a:t>
            </a:r>
          </a:p>
          <a:p>
            <a:pPr marL="0" indent="0">
              <a:buNone/>
            </a:pPr>
            <a:endParaRPr lang="en-IN" sz="2800" b="1" i="1" dirty="0">
              <a:solidFill>
                <a:schemeClr val="tx2"/>
              </a:solidFill>
            </a:endParaRPr>
          </a:p>
          <a:p>
            <a:pPr marL="0" indent="0">
              <a:buNone/>
            </a:pPr>
            <a:r>
              <a:rPr lang="en-IN" sz="2800" b="1" i="1" dirty="0">
                <a:solidFill>
                  <a:schemeClr val="tx2"/>
                </a:solidFill>
              </a:rPr>
              <a:t>def </a:t>
            </a:r>
            <a:r>
              <a:rPr lang="en-IN" sz="2800" b="1" i="1" dirty="0" err="1">
                <a:solidFill>
                  <a:schemeClr val="tx2"/>
                </a:solidFill>
              </a:rPr>
              <a:t>fetch_user_data</a:t>
            </a:r>
            <a:r>
              <a:rPr lang="en-IN" sz="2800" b="1" i="1" dirty="0">
                <a:solidFill>
                  <a:schemeClr val="tx2"/>
                </a:solidFill>
              </a:rPr>
              <a:t>(n):</a:t>
            </a:r>
          </a:p>
          <a:p>
            <a:pPr marL="0" indent="0">
              <a:buNone/>
            </a:pPr>
            <a:r>
              <a:rPr lang="en-IN" sz="2800" b="1" i="1" dirty="0">
                <a:solidFill>
                  <a:schemeClr val="tx2"/>
                </a:solidFill>
              </a:rPr>
              <a:t>    # 1. Define the Endpoint</a:t>
            </a:r>
          </a:p>
          <a:p>
            <a:pPr marL="0" indent="0">
              <a:buNone/>
            </a:pPr>
            <a:r>
              <a:rPr lang="en-IN" sz="2800" b="1" i="1" dirty="0">
                <a:solidFill>
                  <a:schemeClr val="tx2"/>
                </a:solidFill>
              </a:rPr>
              <a:t>    </a:t>
            </a:r>
            <a:r>
              <a:rPr lang="en-IN" sz="2800" b="1" i="1" dirty="0" err="1">
                <a:solidFill>
                  <a:schemeClr val="tx2"/>
                </a:solidFill>
              </a:rPr>
              <a:t>url</a:t>
            </a:r>
            <a:r>
              <a:rPr lang="en-IN" sz="2800" b="1" i="1" dirty="0">
                <a:solidFill>
                  <a:schemeClr val="tx2"/>
                </a:solidFill>
              </a:rPr>
              <a:t> = </a:t>
            </a:r>
            <a:r>
              <a:rPr lang="en-IN" sz="2800" b="1" i="1" dirty="0" err="1">
                <a:solidFill>
                  <a:schemeClr val="tx2"/>
                </a:solidFill>
              </a:rPr>
              <a:t>f"https</a:t>
            </a:r>
            <a:r>
              <a:rPr lang="en-IN" sz="2800" b="1" i="1" dirty="0">
                <a:solidFill>
                  <a:schemeClr val="tx2"/>
                </a:solidFill>
              </a:rPr>
              <a:t>://jsonplaceholder.typicode.com/users/{n}"</a:t>
            </a:r>
          </a:p>
          <a:p>
            <a:pPr marL="0" indent="0">
              <a:buNone/>
            </a:pPr>
            <a:r>
              <a:rPr lang="en-IN" sz="2800" b="1" i="1" dirty="0">
                <a:solidFill>
                  <a:schemeClr val="tx2"/>
                </a:solidFill>
              </a:rPr>
              <a:t>    </a:t>
            </a:r>
          </a:p>
          <a:p>
            <a:pPr marL="0" indent="0">
              <a:buNone/>
            </a:pPr>
            <a:r>
              <a:rPr lang="en-IN" sz="2800" b="1" i="1" dirty="0">
                <a:solidFill>
                  <a:schemeClr val="tx2"/>
                </a:solidFill>
              </a:rPr>
              <a:t>    print("Fetching user data...")</a:t>
            </a:r>
          </a:p>
          <a:p>
            <a:pPr marL="0" indent="0">
              <a:buNone/>
            </a:pPr>
            <a:r>
              <a:rPr lang="en-IN" sz="2800" b="1" i="1" dirty="0">
                <a:solidFill>
                  <a:schemeClr val="tx2"/>
                </a:solidFill>
              </a:rPr>
              <a:t>    </a:t>
            </a:r>
          </a:p>
          <a:p>
            <a:pPr marL="0" indent="0">
              <a:buNone/>
            </a:pPr>
            <a:r>
              <a:rPr lang="en-IN" sz="2800" b="1" i="1" dirty="0">
                <a:solidFill>
                  <a:schemeClr val="tx2"/>
                </a:solidFill>
              </a:rPr>
              <a:t>    try:</a:t>
            </a:r>
          </a:p>
          <a:p>
            <a:pPr marL="0" indent="0">
              <a:buNone/>
            </a:pPr>
            <a:r>
              <a:rPr lang="en-IN" sz="2800" b="1" i="1" dirty="0">
                <a:solidFill>
                  <a:schemeClr val="tx2"/>
                </a:solidFill>
              </a:rPr>
              <a:t>        # 2. Send a GET request to the API</a:t>
            </a:r>
          </a:p>
          <a:p>
            <a:pPr marL="0" indent="0">
              <a:buNone/>
            </a:pPr>
            <a:r>
              <a:rPr lang="en-IN" sz="2800" b="1" i="1" dirty="0">
                <a:solidFill>
                  <a:schemeClr val="tx2"/>
                </a:solidFill>
              </a:rPr>
              <a:t>        response = </a:t>
            </a:r>
            <a:r>
              <a:rPr lang="en-IN" sz="2800" b="1" i="1" dirty="0" err="1">
                <a:solidFill>
                  <a:schemeClr val="tx2"/>
                </a:solidFill>
              </a:rPr>
              <a:t>requests.get</a:t>
            </a:r>
            <a:r>
              <a:rPr lang="en-IN" sz="2800" b="1" i="1" dirty="0">
                <a:solidFill>
                  <a:schemeClr val="tx2"/>
                </a:solidFill>
              </a:rPr>
              <a:t>(</a:t>
            </a:r>
            <a:r>
              <a:rPr lang="en-IN" sz="2800" b="1" i="1" dirty="0" err="1">
                <a:solidFill>
                  <a:schemeClr val="tx2"/>
                </a:solidFill>
              </a:rPr>
              <a:t>url</a:t>
            </a:r>
            <a:r>
              <a:rPr lang="en-IN" sz="2800" b="1" i="1" dirty="0">
                <a:solidFill>
                  <a:schemeClr val="tx2"/>
                </a:solidFill>
              </a:rPr>
              <a:t>)</a:t>
            </a:r>
          </a:p>
          <a:p>
            <a:pPr marL="0" indent="0">
              <a:buNone/>
            </a:pPr>
            <a:r>
              <a:rPr lang="en-IN" sz="2800" b="1" i="1" dirty="0">
                <a:solidFill>
                  <a:schemeClr val="tx2"/>
                </a:solidFill>
              </a:rPr>
              <a:t>        </a:t>
            </a:r>
          </a:p>
          <a:p>
            <a:pPr marL="0" indent="0">
              <a:buNone/>
            </a:pPr>
            <a:r>
              <a:rPr lang="en-IN" sz="2800" b="1" i="1" dirty="0">
                <a:solidFill>
                  <a:schemeClr val="tx2"/>
                </a:solidFill>
              </a:rPr>
              <a:t>        # 3. Check if the request was successful (Status Code 200 means OK)</a:t>
            </a:r>
          </a:p>
          <a:p>
            <a:pPr marL="0" indent="0">
              <a:buNone/>
            </a:pPr>
            <a:r>
              <a:rPr lang="en-IN" sz="2800" b="1" i="1" dirty="0">
                <a:solidFill>
                  <a:schemeClr val="tx2"/>
                </a:solidFill>
              </a:rPr>
              <a:t>        if </a:t>
            </a:r>
            <a:r>
              <a:rPr lang="en-IN" sz="2800" b="1" i="1" dirty="0" err="1">
                <a:solidFill>
                  <a:schemeClr val="tx2"/>
                </a:solidFill>
              </a:rPr>
              <a:t>response.status_code</a:t>
            </a:r>
            <a:r>
              <a:rPr lang="en-IN" sz="2800" b="1" i="1" dirty="0">
                <a:solidFill>
                  <a:schemeClr val="tx2"/>
                </a:solidFill>
              </a:rPr>
              <a:t> == 200:</a:t>
            </a:r>
          </a:p>
          <a:p>
            <a:pPr marL="0" indent="0">
              <a:buNone/>
            </a:pPr>
            <a:r>
              <a:rPr lang="en-IN" sz="2800" b="1" i="1" dirty="0">
                <a:solidFill>
                  <a:schemeClr val="tx2"/>
                </a:solidFill>
              </a:rPr>
              <a:t>            # 4. Parse the JSON data into a Python dictionary</a:t>
            </a:r>
          </a:p>
          <a:p>
            <a:pPr marL="0" indent="0">
              <a:buNone/>
            </a:pPr>
            <a:r>
              <a:rPr lang="en-IN" sz="2800" b="1" i="1" dirty="0">
                <a:solidFill>
                  <a:schemeClr val="tx2"/>
                </a:solidFill>
              </a:rPr>
              <a:t>            user = </a:t>
            </a:r>
            <a:r>
              <a:rPr lang="en-IN" sz="2800" b="1" i="1" dirty="0" err="1">
                <a:solidFill>
                  <a:schemeClr val="tx2"/>
                </a:solidFill>
              </a:rPr>
              <a:t>response.json</a:t>
            </a:r>
            <a:r>
              <a:rPr lang="en-IN" sz="2800" b="1" i="1" dirty="0">
                <a:solidFill>
                  <a:schemeClr val="tx2"/>
                </a:solidFill>
              </a:rPr>
              <a:t>()</a:t>
            </a:r>
          </a:p>
          <a:p>
            <a:pPr marL="0" indent="0">
              <a:buNone/>
            </a:pPr>
            <a:r>
              <a:rPr lang="en-IN" sz="2800" b="1" i="1" dirty="0">
                <a:solidFill>
                  <a:schemeClr val="tx2"/>
                </a:solidFill>
              </a:rPr>
              <a:t>            </a:t>
            </a:r>
          </a:p>
          <a:p>
            <a:pPr marL="0" indent="0">
              <a:buNone/>
            </a:pPr>
            <a:r>
              <a:rPr lang="en-IN" sz="2800" b="1" i="1" dirty="0">
                <a:solidFill>
                  <a:schemeClr val="tx2"/>
                </a:solidFill>
              </a:rPr>
              <a:t>            # 5. Output the data to the CLI</a:t>
            </a:r>
          </a:p>
          <a:p>
            <a:pPr marL="0" indent="0">
              <a:buNone/>
            </a:pPr>
            <a:r>
              <a:rPr lang="en-IN" sz="2800" b="1" i="1" dirty="0">
                <a:solidFill>
                  <a:schemeClr val="tx2"/>
                </a:solidFill>
              </a:rPr>
              <a:t>            print("\n--- User Profile ---")</a:t>
            </a:r>
          </a:p>
          <a:p>
            <a:pPr marL="0" indent="0">
              <a:buNone/>
            </a:pPr>
            <a:r>
              <a:rPr lang="en-IN" sz="2800" b="1" i="1" dirty="0">
                <a:solidFill>
                  <a:schemeClr val="tx2"/>
                </a:solidFill>
              </a:rPr>
              <a:t>            print(</a:t>
            </a:r>
            <a:r>
              <a:rPr lang="en-IN" sz="2800" b="1" i="1" dirty="0" err="1">
                <a:solidFill>
                  <a:schemeClr val="tx2"/>
                </a:solidFill>
              </a:rPr>
              <a:t>f"Name</a:t>
            </a:r>
            <a:r>
              <a:rPr lang="en-IN" sz="2800" b="1" i="1" dirty="0">
                <a:solidFill>
                  <a:schemeClr val="tx2"/>
                </a:solidFill>
              </a:rPr>
              <a:t>:     {user['name']}")</a:t>
            </a:r>
          </a:p>
          <a:p>
            <a:pPr marL="0" indent="0">
              <a:buNone/>
            </a:pPr>
            <a:r>
              <a:rPr lang="en-IN" sz="2800" b="1" i="1" dirty="0">
                <a:solidFill>
                  <a:schemeClr val="tx2"/>
                </a:solidFill>
              </a:rPr>
              <a:t>            print(</a:t>
            </a:r>
            <a:r>
              <a:rPr lang="en-IN" sz="2800" b="1" i="1" dirty="0" err="1">
                <a:solidFill>
                  <a:schemeClr val="tx2"/>
                </a:solidFill>
              </a:rPr>
              <a:t>f"Username</a:t>
            </a:r>
            <a:r>
              <a:rPr lang="en-IN" sz="2800" b="1" i="1" dirty="0">
                <a:solidFill>
                  <a:schemeClr val="tx2"/>
                </a:solidFill>
              </a:rPr>
              <a:t>: {user['username']}")</a:t>
            </a:r>
          </a:p>
          <a:p>
            <a:pPr marL="0" indent="0">
              <a:buNone/>
            </a:pPr>
            <a:r>
              <a:rPr lang="en-IN" sz="2800" b="1" i="1" dirty="0">
                <a:solidFill>
                  <a:schemeClr val="tx2"/>
                </a:solidFill>
              </a:rPr>
              <a:t>            print(</a:t>
            </a:r>
            <a:r>
              <a:rPr lang="en-IN" sz="2800" b="1" i="1" dirty="0" err="1">
                <a:solidFill>
                  <a:schemeClr val="tx2"/>
                </a:solidFill>
              </a:rPr>
              <a:t>f"Email</a:t>
            </a:r>
            <a:r>
              <a:rPr lang="en-IN" sz="2800" b="1" i="1" dirty="0">
                <a:solidFill>
                  <a:schemeClr val="tx2"/>
                </a:solidFill>
              </a:rPr>
              <a:t>:    {user['email']}")</a:t>
            </a:r>
          </a:p>
          <a:p>
            <a:pPr marL="0" indent="0">
              <a:buNone/>
            </a:pPr>
            <a:endParaRPr lang="en-IN" sz="28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316" y="108154"/>
            <a:ext cx="8986684" cy="6749845"/>
          </a:xfrm>
        </p:spPr>
        <p:txBody>
          <a:bodyPr/>
          <a:lstStyle/>
          <a:p>
            <a:pPr marL="0" indent="0">
              <a:buNone/>
            </a:pPr>
            <a:r>
              <a:rPr lang="en-IN" sz="1800" i="1" dirty="0"/>
              <a:t>              </a:t>
            </a:r>
            <a:r>
              <a:rPr lang="en-IN" sz="1800" i="1" dirty="0">
                <a:solidFill>
                  <a:schemeClr val="tx2"/>
                </a:solidFill>
              </a:rPr>
              <a:t>print(</a:t>
            </a:r>
            <a:r>
              <a:rPr lang="en-IN" sz="1800" i="1" dirty="0" err="1">
                <a:solidFill>
                  <a:schemeClr val="tx2"/>
                </a:solidFill>
              </a:rPr>
              <a:t>f"City</a:t>
            </a:r>
            <a:r>
              <a:rPr lang="en-IN" sz="1800" i="1" dirty="0">
                <a:solidFill>
                  <a:schemeClr val="tx2"/>
                </a:solidFill>
              </a:rPr>
              <a:t>: {user['address']['city']}") </a:t>
            </a:r>
          </a:p>
          <a:p>
            <a:pPr marL="0" indent="0">
              <a:buNone/>
            </a:pPr>
            <a:r>
              <a:rPr lang="en-IN" sz="1800" i="1" dirty="0">
                <a:solidFill>
                  <a:schemeClr val="tx2"/>
                </a:solidFill>
              </a:rPr>
              <a:t>              print("--------------------\n") </a:t>
            </a:r>
          </a:p>
          <a:p>
            <a:pPr marL="0" indent="0">
              <a:buNone/>
            </a:pPr>
            <a:r>
              <a:rPr lang="en-IN" sz="1800" i="1" dirty="0">
                <a:solidFill>
                  <a:schemeClr val="tx2"/>
                </a:solidFill>
              </a:rPr>
              <a:t>       else: </a:t>
            </a:r>
          </a:p>
          <a:p>
            <a:pPr marL="0" indent="0">
              <a:buNone/>
            </a:pPr>
            <a:r>
              <a:rPr lang="en-IN" sz="1800" i="1" dirty="0">
                <a:solidFill>
                  <a:schemeClr val="tx2"/>
                </a:solidFill>
              </a:rPr>
              <a:t>              print(</a:t>
            </a:r>
            <a:r>
              <a:rPr lang="en-IN" sz="1800" i="1" dirty="0" err="1">
                <a:solidFill>
                  <a:schemeClr val="tx2"/>
                </a:solidFill>
              </a:rPr>
              <a:t>f"Failed</a:t>
            </a:r>
            <a:r>
              <a:rPr lang="en-IN" sz="1800" i="1" dirty="0">
                <a:solidFill>
                  <a:schemeClr val="tx2"/>
                </a:solidFill>
              </a:rPr>
              <a:t> to retrieve data. Status code: {</a:t>
            </a:r>
            <a:r>
              <a:rPr lang="en-IN" sz="1800" i="1" dirty="0" err="1">
                <a:solidFill>
                  <a:schemeClr val="tx2"/>
                </a:solidFill>
              </a:rPr>
              <a:t>response.status_code</a:t>
            </a:r>
            <a:r>
              <a:rPr lang="en-IN" sz="1800" i="1" dirty="0">
                <a:solidFill>
                  <a:schemeClr val="tx2"/>
                </a:solidFill>
              </a:rPr>
              <a:t>}") </a:t>
            </a:r>
          </a:p>
          <a:p>
            <a:pPr marL="0" indent="0">
              <a:buNone/>
            </a:pPr>
            <a:r>
              <a:rPr lang="en-IN" sz="1800" i="1" dirty="0">
                <a:solidFill>
                  <a:schemeClr val="tx2"/>
                </a:solidFill>
              </a:rPr>
              <a:t>   except </a:t>
            </a:r>
            <a:r>
              <a:rPr lang="en-IN" sz="1800" i="1" dirty="0" err="1">
                <a:solidFill>
                  <a:schemeClr val="tx2"/>
                </a:solidFill>
              </a:rPr>
              <a:t>requests.exceptions.RequestException</a:t>
            </a:r>
            <a:r>
              <a:rPr lang="en-IN" sz="1800" i="1" dirty="0">
                <a:solidFill>
                  <a:schemeClr val="tx2"/>
                </a:solidFill>
              </a:rPr>
              <a:t> as e: </a:t>
            </a:r>
          </a:p>
          <a:p>
            <a:pPr marL="0" indent="0">
              <a:buNone/>
            </a:pPr>
            <a:r>
              <a:rPr lang="en-IN" sz="1800" i="1" dirty="0">
                <a:solidFill>
                  <a:schemeClr val="tx2"/>
                </a:solidFill>
              </a:rPr>
              <a:t>               print(</a:t>
            </a:r>
            <a:r>
              <a:rPr lang="en-IN" sz="1800" i="1" dirty="0" err="1">
                <a:solidFill>
                  <a:schemeClr val="tx2"/>
                </a:solidFill>
              </a:rPr>
              <a:t>f"An</a:t>
            </a:r>
            <a:r>
              <a:rPr lang="en-IN" sz="1800" i="1" dirty="0">
                <a:solidFill>
                  <a:schemeClr val="tx2"/>
                </a:solidFill>
              </a:rPr>
              <a:t> error occurred: {e}")</a:t>
            </a:r>
          </a:p>
          <a:p>
            <a:pPr marL="0" indent="0">
              <a:buNone/>
            </a:pPr>
            <a:r>
              <a:rPr lang="en-IN" sz="1800" i="1" dirty="0">
                <a:solidFill>
                  <a:schemeClr val="tx2"/>
                </a:solidFill>
              </a:rPr>
              <a:t> # Run the function </a:t>
            </a:r>
          </a:p>
          <a:p>
            <a:pPr marL="0" indent="0">
              <a:buNone/>
            </a:pPr>
            <a:r>
              <a:rPr lang="en-IN" sz="1800" i="1" dirty="0">
                <a:solidFill>
                  <a:schemeClr val="tx2"/>
                </a:solidFill>
              </a:rPr>
              <a:t>If __name__ == "__main__": </a:t>
            </a:r>
          </a:p>
          <a:p>
            <a:pPr marL="0" indent="0">
              <a:buNone/>
            </a:pPr>
            <a:r>
              <a:rPr lang="en-IN" sz="1800" i="1" dirty="0">
                <a:solidFill>
                  <a:schemeClr val="tx2"/>
                </a:solidFill>
              </a:rPr>
              <a:t>               </a:t>
            </a:r>
            <a:r>
              <a:rPr lang="en-IN" sz="1800" i="1" dirty="0" err="1">
                <a:solidFill>
                  <a:schemeClr val="tx2"/>
                </a:solidFill>
              </a:rPr>
              <a:t>fetch_user_data</a:t>
            </a:r>
            <a:r>
              <a:rPr lang="en-IN" i="1" dirty="0">
                <a:solidFill>
                  <a:schemeClr val="tx2"/>
                </a:solidFill>
              </a:rPr>
              <a:t>(</a:t>
            </a:r>
            <a:r>
              <a:rPr lang="en-IN" sz="2000" i="1" dirty="0">
                <a:solidFill>
                  <a:schemeClr val="tx2"/>
                </a:solidFill>
              </a:rPr>
              <a:t>any number from 1 to 10</a:t>
            </a:r>
            <a:r>
              <a:rPr lang="en-IN" i="1" dirty="0">
                <a:solidFill>
                  <a:schemeClr val="tx2"/>
                </a:solidFill>
              </a:rPr>
              <a:t>)</a:t>
            </a:r>
          </a:p>
          <a:p>
            <a:r>
              <a:rPr lang="en-US" dirty="0"/>
              <a:t>Let's break down the Python CLI code step by step:</a:t>
            </a:r>
          </a:p>
          <a:p>
            <a:pPr marL="457200" indent="-457200">
              <a:buFont typeface="+mj-lt"/>
              <a:buAutoNum type="arabicPeriod"/>
            </a:pPr>
            <a:endParaRPr lang="en-IN" dirty="0">
              <a:solidFill>
                <a:schemeClr val="tx1"/>
              </a:solidFill>
            </a:endParaRPr>
          </a:p>
          <a:p>
            <a:pPr marL="457200" indent="-457200">
              <a:buFont typeface="+mj-lt"/>
              <a:buAutoNum type="arabicPeriod"/>
            </a:pPr>
            <a:r>
              <a:rPr lang="en-IN" dirty="0"/>
              <a:t>Setting the Target Coordinates:</a:t>
            </a:r>
          </a:p>
          <a:p>
            <a:pPr marL="0" indent="0">
              <a:buNone/>
            </a:pPr>
            <a:r>
              <a:rPr lang="en-IN" dirty="0">
                <a:solidFill>
                  <a:schemeClr val="tx1"/>
                </a:solidFill>
              </a:rPr>
              <a:t>         </a:t>
            </a:r>
            <a:r>
              <a:rPr lang="en-IN" dirty="0" err="1">
                <a:solidFill>
                  <a:schemeClr val="tx1"/>
                </a:solidFill>
              </a:rPr>
              <a:t>url</a:t>
            </a:r>
            <a:r>
              <a:rPr lang="en-IN" dirty="0">
                <a:solidFill>
                  <a:schemeClr val="tx1"/>
                </a:solidFill>
              </a:rPr>
              <a:t> = "https://jsonplaceholder.typicode.com/users/1"</a:t>
            </a:r>
          </a:p>
          <a:p>
            <a:pPr marL="0" indent="0">
              <a:buNone/>
            </a:pPr>
            <a:r>
              <a:rPr lang="en-IN" dirty="0">
                <a:solidFill>
                  <a:schemeClr val="tx1"/>
                </a:solidFill>
              </a:rPr>
              <a:t>     </a:t>
            </a:r>
            <a:r>
              <a:rPr lang="en-US" dirty="0"/>
              <a:t>This is the </a:t>
            </a:r>
            <a:r>
              <a:rPr lang="en-US" b="1" dirty="0"/>
              <a:t>Endpoint</a:t>
            </a:r>
            <a:r>
              <a:rPr lang="en-US" dirty="0"/>
              <a:t>. It is the exact location of the data we want to retrieve. In this specific case, we are pointing directly at the data model for "User 1" on a public testing server.</a:t>
            </a:r>
            <a:endParaRPr lang="en-IN"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07A14A-6B3D-45C7-C0DA-FD381F18206F}"/>
              </a:ext>
            </a:extLst>
          </p:cNvPr>
          <p:cNvSpPr>
            <a:spLocks noGrp="1"/>
          </p:cNvSpPr>
          <p:nvPr>
            <p:ph idx="1"/>
          </p:nvPr>
        </p:nvSpPr>
        <p:spPr>
          <a:xfrm>
            <a:off x="117987" y="-2"/>
            <a:ext cx="9104671" cy="7305369"/>
          </a:xfrm>
        </p:spPr>
        <p:txBody>
          <a:bodyPr/>
          <a:lstStyle/>
          <a:p>
            <a:pPr marL="0" indent="0">
              <a:buNone/>
            </a:pPr>
            <a:r>
              <a:rPr lang="en-US" b="1" dirty="0"/>
              <a:t>Common parts of an API URL :</a:t>
            </a:r>
          </a:p>
          <a:p>
            <a:pPr marL="0" indent="0">
              <a:buNone/>
            </a:pPr>
            <a:r>
              <a:rPr lang="en-US" dirty="0"/>
              <a:t>When you see </a:t>
            </a:r>
            <a:r>
              <a:rPr lang="en-US" dirty="0" err="1"/>
              <a:t>url</a:t>
            </a:r>
            <a:r>
              <a:rPr lang="en-US" dirty="0"/>
              <a:t> = "https://jsonplaceholder.typicode.com/users/1", it is composed of three pre-defined parts:</a:t>
            </a:r>
            <a:r>
              <a:rPr lang="en-US" b="1" dirty="0"/>
              <a:t>   </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457200" indent="-457200">
              <a:buFont typeface="+mj-lt"/>
              <a:buAutoNum type="arabicPeriod" startAt="2"/>
            </a:pPr>
            <a:r>
              <a:rPr lang="en-US" b="1" dirty="0"/>
              <a:t>Setting Up a Safety Net :</a:t>
            </a:r>
          </a:p>
          <a:p>
            <a:pPr marL="0" indent="0">
              <a:buNone/>
            </a:pPr>
            <a:r>
              <a:rPr lang="en-US" dirty="0"/>
              <a:t>“try: # (API call happens here) except    </a:t>
            </a:r>
            <a:r>
              <a:rPr lang="en-US" dirty="0" err="1"/>
              <a:t>requests.exceptions.RequestException</a:t>
            </a:r>
            <a:r>
              <a:rPr lang="en-US" dirty="0"/>
              <a:t> as e: print(</a:t>
            </a:r>
            <a:r>
              <a:rPr lang="en-US" dirty="0" err="1"/>
              <a:t>f"An</a:t>
            </a:r>
            <a:r>
              <a:rPr lang="en-US" dirty="0"/>
              <a:t> error occurred: {e}") “</a:t>
            </a:r>
          </a:p>
          <a:p>
            <a:pPr marL="0" indent="0">
              <a:buNone/>
            </a:pPr>
            <a:r>
              <a:rPr lang="en-US" sz="2000" dirty="0"/>
              <a:t>When writing code that connects to the outside world, variables are unpredictable—the Wi-Fi might drop, a DNS server could fail, or the API might be offline. The try...except block is a structural safety mechanism. It tells Python: </a:t>
            </a:r>
            <a:r>
              <a:rPr lang="en-US" sz="2000" i="1" dirty="0"/>
              <a:t>"Try to execute this block of code. If the connection fails, do not abruptly crash the entire program. Instead, catch the error, jump to the except block, and print a readable warning."</a:t>
            </a:r>
            <a:endParaRPr lang="en-IN" sz="2000" b="1" dirty="0"/>
          </a:p>
        </p:txBody>
      </p:sp>
      <p:sp>
        <p:nvSpPr>
          <p:cNvPr id="4" name="Rectangle 1">
            <a:extLst>
              <a:ext uri="{FF2B5EF4-FFF2-40B4-BE49-F238E27FC236}">
                <a16:creationId xmlns:a16="http://schemas.microsoft.com/office/drawing/2014/main" id="{02C6E6B0-45B1-1D02-8B19-67B7F31A2B8D}"/>
              </a:ext>
            </a:extLst>
          </p:cNvPr>
          <p:cNvSpPr>
            <a:spLocks noChangeArrowheads="1"/>
          </p:cNvSpPr>
          <p:nvPr/>
        </p:nvSpPr>
        <p:spPr bwMode="auto">
          <a:xfrm>
            <a:off x="117986" y="1342822"/>
            <a:ext cx="902601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Protocol (</a:t>
            </a:r>
            <a:r>
              <a:rPr kumimoji="0" lang="en-US" altLang="en-US" b="1" i="0" u="none" strike="noStrike" cap="none" normalizeH="0" baseline="0" dirty="0">
                <a:ln>
                  <a:noFill/>
                </a:ln>
                <a:solidFill>
                  <a:schemeClr val="tx1"/>
                </a:solidFill>
                <a:effectLst/>
                <a:latin typeface="Arial Unicode MS"/>
              </a:rPr>
              <a:t>https://)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standard rules for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Base URL / Domain (</a:t>
            </a:r>
            <a:r>
              <a:rPr kumimoji="0" lang="en-US" altLang="en-US" sz="1400" i="0" u="none" strike="noStrike" cap="none" normalizeH="0" baseline="0" dirty="0">
                <a:ln>
                  <a:noFill/>
                </a:ln>
                <a:solidFill>
                  <a:schemeClr val="tx1"/>
                </a:solidFill>
                <a:effectLst/>
                <a:latin typeface="Arial Unicode MS"/>
              </a:rPr>
              <a:t>jsonplaceholder.typicode</a:t>
            </a:r>
            <a:r>
              <a:rPr kumimoji="0" lang="en-US" altLang="en-US" sz="1200" i="0" u="none" strike="noStrike" cap="none" normalizeH="0" baseline="0" dirty="0">
                <a:ln>
                  <a:noFill/>
                </a:ln>
                <a:solidFill>
                  <a:schemeClr val="tx1"/>
                </a:solidFill>
                <a:effectLst/>
                <a:latin typeface="Arial Unicode MS"/>
              </a:rPr>
              <a:t>.com</a:t>
            </a:r>
            <a:r>
              <a:rPr lang="en-US" altLang="en-US" b="1" dirty="0">
                <a:latin typeface="Arial Unicode MS"/>
              </a:rPr>
              <a:t>): </a:t>
            </a:r>
            <a:r>
              <a:rPr kumimoji="0" lang="en-US" altLang="en-US" sz="1800" b="0" i="0" u="none" strike="noStrike" cap="none" normalizeH="0" baseline="0" dirty="0">
                <a:ln>
                  <a:noFill/>
                </a:ln>
                <a:solidFill>
                  <a:schemeClr val="tx1"/>
                </a:solidFill>
                <a:effectLst/>
                <a:latin typeface="Arial" panose="020B0604020202020204" pitchFamily="34" charset="0"/>
              </a:rPr>
              <a:t>The "house" where the API lives.</a:t>
            </a:r>
          </a:p>
          <a:p>
            <a:pPr lvl="0" defTabSz="914400" eaLnBrk="0" fontAlgn="base" hangingPunct="0">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Endpoint / Path (</a:t>
            </a:r>
            <a:r>
              <a:rPr lang="en-IN" dirty="0"/>
              <a:t>/users/1</a:t>
            </a:r>
            <a:r>
              <a:rPr lang="en-IN" sz="2400" dirty="0"/>
              <a:t>):</a:t>
            </a:r>
            <a:r>
              <a:rPr lang="en-IN" dirty="0"/>
              <a:t> </a:t>
            </a:r>
            <a:r>
              <a:rPr kumimoji="0" lang="en-US" altLang="en-US" sz="1800" b="0" i="0" u="none" strike="noStrike" cap="none" normalizeH="0" baseline="0" dirty="0">
                <a:ln>
                  <a:noFill/>
                </a:ln>
                <a:solidFill>
                  <a:schemeClr val="tx1"/>
                </a:solidFill>
                <a:effectLst/>
                <a:latin typeface="Arial" panose="020B0604020202020204" pitchFamily="34" charset="0"/>
              </a:rPr>
              <a:t>The specific "room" inside that house where the specific data you want is stored.</a:t>
            </a:r>
          </a:p>
        </p:txBody>
      </p:sp>
    </p:spTree>
    <p:extLst>
      <p:ext uri="{BB962C8B-B14F-4D97-AF65-F5344CB8AC3E}">
        <p14:creationId xmlns:p14="http://schemas.microsoft.com/office/powerpoint/2010/main" val="1093200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94864-3082-BDDF-1C0E-F32CAE99B3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13ED53-7548-A85E-33B0-FD5D318A4E91}"/>
              </a:ext>
            </a:extLst>
          </p:cNvPr>
          <p:cNvSpPr>
            <a:spLocks noGrp="1"/>
          </p:cNvSpPr>
          <p:nvPr>
            <p:ph idx="1"/>
          </p:nvPr>
        </p:nvSpPr>
        <p:spPr>
          <a:xfrm>
            <a:off x="117987" y="0"/>
            <a:ext cx="9026013" cy="6858000"/>
          </a:xfrm>
        </p:spPr>
        <p:txBody>
          <a:bodyPr/>
          <a:lstStyle/>
          <a:p>
            <a:pPr marL="457200" indent="-457200">
              <a:buFont typeface="+mj-lt"/>
              <a:buAutoNum type="arabicPeriod" startAt="3"/>
            </a:pPr>
            <a:r>
              <a:rPr lang="en-IN" dirty="0"/>
              <a:t>Executing the Request :</a:t>
            </a:r>
          </a:p>
          <a:p>
            <a:pPr marL="0" indent="0">
              <a:buNone/>
            </a:pPr>
            <a:r>
              <a:rPr lang="en-IN" dirty="0"/>
              <a:t>      “response = </a:t>
            </a:r>
            <a:r>
              <a:rPr lang="en-IN" dirty="0" err="1"/>
              <a:t>requests.get</a:t>
            </a:r>
            <a:r>
              <a:rPr lang="en-IN" dirty="0"/>
              <a:t>(</a:t>
            </a:r>
            <a:r>
              <a:rPr lang="en-IN" dirty="0" err="1"/>
              <a:t>url</a:t>
            </a:r>
            <a:r>
              <a:rPr lang="en-IN" dirty="0"/>
              <a:t>)”</a:t>
            </a:r>
          </a:p>
          <a:p>
            <a:pPr marL="0" indent="0">
              <a:buNone/>
            </a:pPr>
            <a:r>
              <a:rPr lang="en-IN" dirty="0"/>
              <a:t>       </a:t>
            </a:r>
            <a:r>
              <a:rPr lang="en-US" dirty="0"/>
              <a:t>This is the core action of the script. We use our requests tool to send a GET message to the URL. The variable response now holds the entire payload the server sent back. This includes the data you asked for, but also hidden metadata like headers, security certificates, and the status code.</a:t>
            </a:r>
          </a:p>
          <a:p>
            <a:pPr marL="457200" indent="-457200">
              <a:buFont typeface="+mj-lt"/>
              <a:buAutoNum type="arabicPeriod" startAt="4"/>
            </a:pPr>
            <a:r>
              <a:rPr lang="en-IN" dirty="0"/>
              <a:t>Quality Control :</a:t>
            </a:r>
          </a:p>
          <a:p>
            <a:pPr marL="0" indent="0">
              <a:buNone/>
            </a:pPr>
            <a:r>
              <a:rPr lang="en-IN" dirty="0"/>
              <a:t>     “</a:t>
            </a:r>
            <a:r>
              <a:rPr lang="en-US" dirty="0"/>
              <a:t>if </a:t>
            </a:r>
            <a:r>
              <a:rPr lang="en-US" dirty="0" err="1"/>
              <a:t>response.status_code</a:t>
            </a:r>
            <a:r>
              <a:rPr lang="en-US" dirty="0"/>
              <a:t> == 200:”</a:t>
            </a:r>
          </a:p>
          <a:p>
            <a:pPr marL="0" indent="0">
              <a:buNone/>
            </a:pPr>
            <a:r>
              <a:rPr lang="en-US" dirty="0"/>
              <a:t>      Just like you wouldn't proceed with an installation without verifying the materials arrived intact, we need to check the delivery status before we read the data. Web servers use HTTP status codes to report what happened:</a:t>
            </a:r>
          </a:p>
          <a:p>
            <a:pPr marL="0" indent="0">
              <a:buNone/>
            </a:pPr>
            <a:r>
              <a:rPr lang="en-US" dirty="0"/>
              <a:t>        &gt; </a:t>
            </a:r>
            <a:r>
              <a:rPr lang="en-IN" b="1" dirty="0"/>
              <a:t>200</a:t>
            </a:r>
            <a:r>
              <a:rPr lang="en-IN" dirty="0"/>
              <a:t> means "OK" (Success).</a:t>
            </a:r>
          </a:p>
          <a:p>
            <a:pPr marL="0" indent="0">
              <a:buNone/>
            </a:pPr>
            <a:r>
              <a:rPr lang="en-IN" dirty="0"/>
              <a:t>        &gt;</a:t>
            </a:r>
            <a:r>
              <a:rPr lang="en-US" b="1" dirty="0"/>
              <a:t>404</a:t>
            </a:r>
            <a:r>
              <a:rPr lang="en-US" dirty="0"/>
              <a:t> means "Not Found" (You asked for a URL that doesn't exist).</a:t>
            </a:r>
          </a:p>
          <a:p>
            <a:pPr marL="0" indent="0">
              <a:buNone/>
            </a:pPr>
            <a:r>
              <a:rPr lang="en-US" dirty="0"/>
              <a:t>        &gt;</a:t>
            </a:r>
            <a:r>
              <a:rPr lang="en-US" b="1" dirty="0"/>
              <a:t>500</a:t>
            </a:r>
            <a:r>
              <a:rPr lang="en-US" dirty="0"/>
              <a:t> means "Internal Server Error" (The API's backend crashed).</a:t>
            </a:r>
            <a:endParaRPr lang="en-IN" dirty="0"/>
          </a:p>
        </p:txBody>
      </p:sp>
    </p:spTree>
    <p:extLst>
      <p:ext uri="{BB962C8B-B14F-4D97-AF65-F5344CB8AC3E}">
        <p14:creationId xmlns:p14="http://schemas.microsoft.com/office/powerpoint/2010/main" val="3804986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28904-14E8-B3B6-1AA8-FAF43EC3DC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D275B4-25AD-5C8E-5C21-6B64E4BFE9F1}"/>
              </a:ext>
            </a:extLst>
          </p:cNvPr>
          <p:cNvSpPr>
            <a:spLocks noGrp="1"/>
          </p:cNvSpPr>
          <p:nvPr>
            <p:ph idx="1"/>
          </p:nvPr>
        </p:nvSpPr>
        <p:spPr>
          <a:xfrm>
            <a:off x="117987" y="98322"/>
            <a:ext cx="9026013" cy="6759677"/>
          </a:xfrm>
        </p:spPr>
        <p:txBody>
          <a:bodyPr>
            <a:normAutofit lnSpcReduction="10000"/>
          </a:bodyPr>
          <a:lstStyle/>
          <a:p>
            <a:pPr marL="457200" indent="-457200">
              <a:buFont typeface="+mj-lt"/>
              <a:buAutoNum type="arabicPeriod" startAt="5"/>
            </a:pPr>
            <a:r>
              <a:rPr lang="en-IN" b="1" dirty="0"/>
              <a:t>Translating the Data :</a:t>
            </a:r>
          </a:p>
          <a:p>
            <a:pPr marL="0" indent="0">
              <a:buNone/>
            </a:pPr>
            <a:r>
              <a:rPr lang="en-IN" b="1" dirty="0"/>
              <a:t>    “user = </a:t>
            </a:r>
            <a:r>
              <a:rPr lang="en-IN" b="1" dirty="0" err="1"/>
              <a:t>response.json</a:t>
            </a:r>
            <a:r>
              <a:rPr lang="en-IN" b="1" dirty="0"/>
              <a:t>()”</a:t>
            </a:r>
          </a:p>
          <a:p>
            <a:pPr marL="0" indent="0">
              <a:buNone/>
            </a:pPr>
            <a:r>
              <a:rPr lang="en-IN" b="1" dirty="0"/>
              <a:t>     </a:t>
            </a:r>
            <a:r>
              <a:rPr lang="en-US" dirty="0"/>
              <a:t>The server sends the data over the wire as a raw string of text formatted as JSON. Python cannot easily extract variables from a giant string. The .</a:t>
            </a:r>
            <a:r>
              <a:rPr lang="en-US" dirty="0" err="1"/>
              <a:t>json</a:t>
            </a:r>
            <a:r>
              <a:rPr lang="en-US" dirty="0"/>
              <a:t>() method translates that raw text and converts it into a native </a:t>
            </a:r>
            <a:r>
              <a:rPr lang="en-US" b="1" dirty="0"/>
              <a:t>Python Dictionary</a:t>
            </a:r>
            <a:r>
              <a:rPr lang="en-US" dirty="0"/>
              <a:t>. Now, Python sees structured, </a:t>
            </a:r>
            <a:r>
              <a:rPr lang="en-US" dirty="0" err="1"/>
              <a:t>queryable</a:t>
            </a:r>
            <a:r>
              <a:rPr lang="en-US" dirty="0"/>
              <a:t> key-value pairs.</a:t>
            </a:r>
          </a:p>
          <a:p>
            <a:pPr marL="0" indent="0">
              <a:buNone/>
            </a:pPr>
            <a:endParaRPr lang="en-US" b="1" dirty="0"/>
          </a:p>
          <a:p>
            <a:pPr marL="457200" indent="-457200">
              <a:buFont typeface="+mj-lt"/>
              <a:buAutoNum type="arabicPeriod" startAt="6"/>
            </a:pPr>
            <a:r>
              <a:rPr lang="en-IN" b="1" dirty="0"/>
              <a:t>Extracting the Output :</a:t>
            </a:r>
          </a:p>
          <a:p>
            <a:pPr marL="0" indent="0">
              <a:buNone/>
            </a:pPr>
            <a:r>
              <a:rPr lang="en-IN" b="1" dirty="0">
                <a:solidFill>
                  <a:schemeClr val="accent2">
                    <a:lumMod val="50000"/>
                  </a:schemeClr>
                </a:solidFill>
              </a:rPr>
              <a:t>print(</a:t>
            </a:r>
            <a:r>
              <a:rPr lang="en-IN" b="1" dirty="0" err="1">
                <a:solidFill>
                  <a:schemeClr val="accent2">
                    <a:lumMod val="50000"/>
                  </a:schemeClr>
                </a:solidFill>
              </a:rPr>
              <a:t>f"Name</a:t>
            </a:r>
            <a:r>
              <a:rPr lang="en-IN" b="1" dirty="0">
                <a:solidFill>
                  <a:schemeClr val="accent2">
                    <a:lumMod val="50000"/>
                  </a:schemeClr>
                </a:solidFill>
              </a:rPr>
              <a:t>:     {user['name']}")</a:t>
            </a:r>
          </a:p>
          <a:p>
            <a:pPr marL="0" indent="0">
              <a:buNone/>
            </a:pPr>
            <a:r>
              <a:rPr lang="en-IN" b="1" dirty="0">
                <a:solidFill>
                  <a:schemeClr val="accent2">
                    <a:lumMod val="50000"/>
                  </a:schemeClr>
                </a:solidFill>
              </a:rPr>
              <a:t>print(</a:t>
            </a:r>
            <a:r>
              <a:rPr lang="en-IN" b="1" dirty="0" err="1">
                <a:solidFill>
                  <a:schemeClr val="accent2">
                    <a:lumMod val="50000"/>
                  </a:schemeClr>
                </a:solidFill>
              </a:rPr>
              <a:t>f"City</a:t>
            </a:r>
            <a:r>
              <a:rPr lang="en-IN" b="1" dirty="0">
                <a:solidFill>
                  <a:schemeClr val="accent2">
                    <a:lumMod val="50000"/>
                  </a:schemeClr>
                </a:solidFill>
              </a:rPr>
              <a:t>:     {user['address']['city']}")</a:t>
            </a:r>
          </a:p>
          <a:p>
            <a:pPr marL="0" indent="0">
              <a:buNone/>
            </a:pPr>
            <a:r>
              <a:rPr lang="en-US" dirty="0"/>
              <a:t>    Because user is now a standard Python dictionary, we can pull out exactly what we need using its keys.</a:t>
            </a:r>
          </a:p>
          <a:p>
            <a:pPr marL="0" indent="0">
              <a:buNone/>
            </a:pPr>
            <a:r>
              <a:rPr lang="en-US" dirty="0"/>
              <a:t>    Notice the City extraction: </a:t>
            </a:r>
          </a:p>
          <a:p>
            <a:pPr marL="0" indent="0">
              <a:buNone/>
            </a:pPr>
            <a:r>
              <a:rPr lang="en-US" dirty="0"/>
              <a:t>        user['address']['city']. In the JSON payload, the "city" data is nested inside an "address" group. We chain the brackets to drill down into the structure and isolate that specific value.</a:t>
            </a:r>
            <a:endParaRPr lang="en-IN" b="1" dirty="0">
              <a:solidFill>
                <a:schemeClr val="accent2">
                  <a:lumMod val="50000"/>
                </a:schemeClr>
              </a:solidFill>
            </a:endParaRPr>
          </a:p>
          <a:p>
            <a:pPr marL="0" indent="0">
              <a:buNone/>
            </a:pPr>
            <a:r>
              <a:rPr lang="en-IN" b="1" dirty="0">
                <a:solidFill>
                  <a:schemeClr val="accent2">
                    <a:lumMod val="50000"/>
                  </a:schemeClr>
                </a:solidFill>
              </a:rPr>
              <a:t> </a:t>
            </a:r>
          </a:p>
        </p:txBody>
      </p:sp>
    </p:spTree>
    <p:extLst>
      <p:ext uri="{BB962C8B-B14F-4D97-AF65-F5344CB8AC3E}">
        <p14:creationId xmlns:p14="http://schemas.microsoft.com/office/powerpoint/2010/main" val="1419436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0CEDD8-415A-29A4-372F-FDC21A961AE9}"/>
              </a:ext>
            </a:extLst>
          </p:cNvPr>
          <p:cNvSpPr>
            <a:spLocks noGrp="1"/>
          </p:cNvSpPr>
          <p:nvPr>
            <p:ph idx="1"/>
          </p:nvPr>
        </p:nvSpPr>
        <p:spPr>
          <a:xfrm>
            <a:off x="98323" y="117986"/>
            <a:ext cx="9045677" cy="6740013"/>
          </a:xfrm>
        </p:spPr>
        <p:txBody>
          <a:bodyPr/>
          <a:lstStyle/>
          <a:p>
            <a:pPr marL="457200" indent="-457200">
              <a:buFont typeface="+mj-lt"/>
              <a:buAutoNum type="arabicPeriod" startAt="7"/>
            </a:pPr>
            <a:r>
              <a:rPr lang="en-IN" b="1" dirty="0"/>
              <a:t>The Engine Starter :</a:t>
            </a:r>
          </a:p>
          <a:p>
            <a:pPr marL="0" indent="0">
              <a:buNone/>
            </a:pPr>
            <a:r>
              <a:rPr lang="en-IN" dirty="0"/>
              <a:t>     </a:t>
            </a:r>
            <a:r>
              <a:rPr lang="en-US" dirty="0">
                <a:solidFill>
                  <a:schemeClr val="accent2">
                    <a:lumMod val="50000"/>
                  </a:schemeClr>
                </a:solidFill>
              </a:rPr>
              <a:t>if __name__ == "__main__":</a:t>
            </a:r>
          </a:p>
          <a:p>
            <a:pPr marL="0" indent="0">
              <a:buNone/>
            </a:pPr>
            <a:r>
              <a:rPr lang="en-US" dirty="0">
                <a:solidFill>
                  <a:schemeClr val="accent2">
                    <a:lumMod val="50000"/>
                  </a:schemeClr>
                </a:solidFill>
              </a:rPr>
              <a:t>        </a:t>
            </a:r>
            <a:r>
              <a:rPr lang="en-US" dirty="0" err="1">
                <a:solidFill>
                  <a:schemeClr val="accent2">
                    <a:lumMod val="50000"/>
                  </a:schemeClr>
                </a:solidFill>
              </a:rPr>
              <a:t>fetch_user_data</a:t>
            </a:r>
            <a:r>
              <a:rPr lang="en-US" dirty="0">
                <a:solidFill>
                  <a:schemeClr val="accent2">
                    <a:lumMod val="50000"/>
                  </a:schemeClr>
                </a:solidFill>
              </a:rPr>
              <a:t>()</a:t>
            </a:r>
          </a:p>
          <a:p>
            <a:pPr marL="0" indent="0">
              <a:buNone/>
            </a:pPr>
            <a:r>
              <a:rPr lang="en-US" dirty="0"/>
              <a:t>      This is a standard Python idiom used at the bottom of scripts. It tells Python: </a:t>
            </a:r>
            <a:r>
              <a:rPr lang="en-US" i="1" dirty="0"/>
              <a:t>"Only run the </a:t>
            </a:r>
            <a:r>
              <a:rPr lang="en-US" i="1" dirty="0" err="1"/>
              <a:t>fetch_user_data</a:t>
            </a:r>
            <a:r>
              <a:rPr lang="en-US" i="1" dirty="0"/>
              <a:t>() function if I am executing this file directly from the command line."</a:t>
            </a:r>
            <a:r>
              <a:rPr lang="en-US" dirty="0"/>
              <a:t> If you were to import this file into another one of your Python projects to reuse the code later, this line ensures the function doesn't fire off automatically until you explicitly call it.</a:t>
            </a:r>
            <a:endParaRPr lang="en-IN" dirty="0">
              <a:solidFill>
                <a:schemeClr val="accent2">
                  <a:lumMod val="50000"/>
                </a:schemeClr>
              </a:solidFill>
            </a:endParaRPr>
          </a:p>
        </p:txBody>
      </p:sp>
    </p:spTree>
    <p:extLst>
      <p:ext uri="{BB962C8B-B14F-4D97-AF65-F5344CB8AC3E}">
        <p14:creationId xmlns:p14="http://schemas.microsoft.com/office/powerpoint/2010/main" val="3481179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34" y="30830"/>
            <a:ext cx="7758266" cy="650207"/>
          </a:xfrm>
        </p:spPr>
        <p:txBody>
          <a:bodyPr>
            <a:normAutofit fontScale="90000"/>
          </a:bodyPr>
          <a:lstStyle/>
          <a:p>
            <a:r>
              <a:rPr dirty="0"/>
              <a:t>Creating API using Flask</a:t>
            </a:r>
          </a:p>
        </p:txBody>
      </p:sp>
      <p:sp>
        <p:nvSpPr>
          <p:cNvPr id="3" name="Content Placeholder 2"/>
          <p:cNvSpPr>
            <a:spLocks noGrp="1"/>
          </p:cNvSpPr>
          <p:nvPr>
            <p:ph idx="1"/>
          </p:nvPr>
        </p:nvSpPr>
        <p:spPr>
          <a:xfrm>
            <a:off x="245806" y="609600"/>
            <a:ext cx="8898194" cy="6248400"/>
          </a:xfrm>
        </p:spPr>
        <p:txBody>
          <a:bodyPr>
            <a:normAutofit/>
          </a:bodyPr>
          <a:lstStyle/>
          <a:p>
            <a:r>
              <a:rPr lang="en-IN" dirty="0"/>
              <a:t>Flask = Python web framework</a:t>
            </a:r>
          </a:p>
          <a:p>
            <a:r>
              <a:rPr lang="en-IN" dirty="0"/>
              <a:t>Python Code for creating API :</a:t>
            </a:r>
          </a:p>
          <a:p>
            <a:pPr marL="342900" lvl="1" indent="0">
              <a:buNone/>
            </a:pPr>
            <a:r>
              <a:rPr lang="en-US" i="1" dirty="0">
                <a:solidFill>
                  <a:schemeClr val="tx2"/>
                </a:solidFill>
              </a:rPr>
              <a:t>from flask import Flask, </a:t>
            </a:r>
            <a:r>
              <a:rPr lang="en-US" i="1" dirty="0" err="1">
                <a:solidFill>
                  <a:schemeClr val="tx2"/>
                </a:solidFill>
              </a:rPr>
              <a:t>jsonify</a:t>
            </a:r>
            <a:endParaRPr lang="en-US" i="1" dirty="0">
              <a:solidFill>
                <a:schemeClr val="tx2"/>
              </a:solidFill>
            </a:endParaRPr>
          </a:p>
          <a:p>
            <a:pPr marL="342900" lvl="1" indent="0">
              <a:buNone/>
            </a:pPr>
            <a:r>
              <a:rPr lang="en-US" i="1" dirty="0">
                <a:solidFill>
                  <a:schemeClr val="tx2"/>
                </a:solidFill>
              </a:rPr>
              <a:t># 1. Initialize the Flask application</a:t>
            </a:r>
          </a:p>
          <a:p>
            <a:pPr marL="342900" lvl="1" indent="0">
              <a:buNone/>
            </a:pPr>
            <a:r>
              <a:rPr lang="en-US" i="1" dirty="0">
                <a:solidFill>
                  <a:schemeClr val="tx2"/>
                </a:solidFill>
              </a:rPr>
              <a:t>app = Flask(__name__)</a:t>
            </a:r>
          </a:p>
          <a:p>
            <a:pPr marL="342900" lvl="1" indent="0">
              <a:buNone/>
            </a:pPr>
            <a:r>
              <a:rPr lang="en-US" i="1" dirty="0">
                <a:solidFill>
                  <a:schemeClr val="tx2"/>
                </a:solidFill>
              </a:rPr>
              <a:t># 2. Mock Database (A list of dictionaries)</a:t>
            </a:r>
          </a:p>
          <a:p>
            <a:pPr marL="342900" lvl="1" indent="0">
              <a:buNone/>
            </a:pPr>
            <a:r>
              <a:rPr lang="en-US" i="1" dirty="0">
                <a:solidFill>
                  <a:schemeClr val="tx2"/>
                </a:solidFill>
              </a:rPr>
              <a:t>projects = [</a:t>
            </a:r>
          </a:p>
          <a:p>
            <a:pPr marL="342900" lvl="1" indent="0">
              <a:buNone/>
            </a:pPr>
            <a:r>
              <a:rPr lang="en-US" i="1" dirty="0">
                <a:solidFill>
                  <a:schemeClr val="tx2"/>
                </a:solidFill>
              </a:rPr>
              <a:t>    {"id": 1, "name": "Foundation Site A", "status": "Completed"},</a:t>
            </a:r>
          </a:p>
          <a:p>
            <a:pPr marL="342900" lvl="1" indent="0">
              <a:buNone/>
            </a:pPr>
            <a:r>
              <a:rPr lang="en-US" i="1" dirty="0">
                <a:solidFill>
                  <a:schemeClr val="tx2"/>
                </a:solidFill>
              </a:rPr>
              <a:t>    {"id": 2, "name": "Bridge Inspection", "status": "In Progress"}</a:t>
            </a:r>
          </a:p>
          <a:p>
            <a:pPr marL="342900" lvl="1" indent="0">
              <a:buNone/>
            </a:pPr>
            <a:r>
              <a:rPr lang="en-US" i="1" dirty="0">
                <a:solidFill>
                  <a:schemeClr val="tx2"/>
                </a:solidFill>
              </a:rPr>
              <a:t>]</a:t>
            </a:r>
          </a:p>
          <a:p>
            <a:pPr marL="342900" lvl="1" indent="0">
              <a:buNone/>
            </a:pPr>
            <a:r>
              <a:rPr lang="en-US" i="1" dirty="0">
                <a:solidFill>
                  <a:schemeClr val="tx2"/>
                </a:solidFill>
              </a:rPr>
              <a:t># 3. Define the Route (The Endpoint)</a:t>
            </a:r>
          </a:p>
          <a:p>
            <a:pPr marL="342900" lvl="1" indent="0">
              <a:buNone/>
            </a:pPr>
            <a:r>
              <a:rPr lang="en-US" i="1" dirty="0">
                <a:solidFill>
                  <a:schemeClr val="tx2"/>
                </a:solidFill>
              </a:rPr>
              <a:t>@app.route('/api/projects', methods=['GET'])</a:t>
            </a:r>
          </a:p>
          <a:p>
            <a:pPr marL="342900" lvl="1" indent="0">
              <a:buNone/>
            </a:pPr>
            <a:r>
              <a:rPr lang="en-US" i="1" dirty="0">
                <a:solidFill>
                  <a:schemeClr val="tx2"/>
                </a:solidFill>
              </a:rPr>
              <a:t>def </a:t>
            </a:r>
            <a:r>
              <a:rPr lang="en-US" i="1" dirty="0" err="1">
                <a:solidFill>
                  <a:schemeClr val="tx2"/>
                </a:solidFill>
              </a:rPr>
              <a:t>get_projects</a:t>
            </a:r>
            <a:r>
              <a:rPr lang="en-US" i="1" dirty="0">
                <a:solidFill>
                  <a:schemeClr val="tx2"/>
                </a:solidFill>
              </a:rPr>
              <a:t>():</a:t>
            </a:r>
          </a:p>
          <a:p>
            <a:pPr marL="342900" lvl="1" indent="0">
              <a:buNone/>
            </a:pPr>
            <a:r>
              <a:rPr lang="en-US" i="1" dirty="0">
                <a:solidFill>
                  <a:schemeClr val="tx2"/>
                </a:solidFill>
              </a:rPr>
              <a:t>    # 4. Return the data as JSON</a:t>
            </a:r>
          </a:p>
          <a:p>
            <a:pPr marL="342900" lvl="1" indent="0">
              <a:buNone/>
            </a:pPr>
            <a:r>
              <a:rPr lang="en-US" i="1" dirty="0">
                <a:solidFill>
                  <a:schemeClr val="tx2"/>
                </a:solidFill>
              </a:rPr>
              <a:t>    return </a:t>
            </a:r>
            <a:r>
              <a:rPr lang="en-US" i="1" dirty="0" err="1">
                <a:solidFill>
                  <a:schemeClr val="tx2"/>
                </a:solidFill>
              </a:rPr>
              <a:t>jsonify</a:t>
            </a:r>
            <a:r>
              <a:rPr lang="en-US" i="1" dirty="0">
                <a:solidFill>
                  <a:schemeClr val="tx2"/>
                </a:solidFill>
              </a:rPr>
              <a:t>({"status": "success", "data": projects})</a:t>
            </a:r>
          </a:p>
          <a:p>
            <a:pPr marL="342900" lvl="1" indent="0">
              <a:buNone/>
            </a:pPr>
            <a:r>
              <a:rPr lang="en-US" i="1" dirty="0">
                <a:solidFill>
                  <a:schemeClr val="tx2"/>
                </a:solidFill>
              </a:rPr>
              <a:t># 5. Run the server</a:t>
            </a:r>
          </a:p>
          <a:p>
            <a:pPr marL="342900" lvl="1" indent="0">
              <a:buNone/>
            </a:pPr>
            <a:r>
              <a:rPr lang="en-US" i="1" dirty="0">
                <a:solidFill>
                  <a:schemeClr val="tx2"/>
                </a:solidFill>
              </a:rPr>
              <a:t>if __name__ == '__main__':</a:t>
            </a:r>
          </a:p>
          <a:p>
            <a:pPr marL="342900" lvl="1" indent="0">
              <a:buNone/>
            </a:pPr>
            <a:r>
              <a:rPr lang="en-US" i="1" dirty="0">
                <a:solidFill>
                  <a:schemeClr val="tx2"/>
                </a:solidFill>
              </a:rPr>
              <a:t>    </a:t>
            </a:r>
            <a:r>
              <a:rPr lang="en-US" i="1" dirty="0" err="1">
                <a:solidFill>
                  <a:schemeClr val="tx2"/>
                </a:solidFill>
              </a:rPr>
              <a:t>app.run</a:t>
            </a:r>
            <a:r>
              <a:rPr lang="en-US" i="1" dirty="0">
                <a:solidFill>
                  <a:schemeClr val="tx2"/>
                </a:solidFill>
              </a:rPr>
              <a:t>(debug=True)</a:t>
            </a:r>
            <a:endParaRPr i="1" dirty="0">
              <a:solidFill>
                <a:schemeClr val="tx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26A072F-F0CA-9EEE-AD2E-A1D2480BED62}"/>
              </a:ext>
            </a:extLst>
          </p:cNvPr>
          <p:cNvSpPr>
            <a:spLocks noGrp="1"/>
          </p:cNvSpPr>
          <p:nvPr>
            <p:ph idx="1"/>
          </p:nvPr>
        </p:nvSpPr>
        <p:spPr>
          <a:xfrm>
            <a:off x="167148" y="78659"/>
            <a:ext cx="8976852" cy="7216876"/>
          </a:xfrm>
        </p:spPr>
        <p:txBody>
          <a:bodyPr/>
          <a:lstStyle/>
          <a:p>
            <a:r>
              <a:rPr lang="en-US" dirty="0"/>
              <a:t>app = Flask(__name__): This line creates the "Application Object." It tells Python that this specific file is a web server.</a:t>
            </a:r>
          </a:p>
          <a:p>
            <a:pPr marL="0" indent="0">
              <a:buNone/>
            </a:pPr>
            <a:endParaRPr lang="en-US" dirty="0"/>
          </a:p>
          <a:p>
            <a:r>
              <a:rPr lang="en-US" dirty="0"/>
              <a:t>The "Database": In a real-world scenario, this data would come from a database like PostgreSQL or SQLite. Here, we use a Python list so the code remains self-contained.</a:t>
            </a:r>
          </a:p>
          <a:p>
            <a:endParaRPr lang="en-US" dirty="0"/>
          </a:p>
          <a:p>
            <a:r>
              <a:rPr lang="en-US" dirty="0"/>
              <a:t>The Decorator (@app.route): This is the most important part of Flask. It maps a specific URL path (/</a:t>
            </a:r>
            <a:r>
              <a:rPr lang="en-US" dirty="0" err="1"/>
              <a:t>api</a:t>
            </a:r>
            <a:r>
              <a:rPr lang="en-US" dirty="0"/>
              <a:t>/projects) and an HTTP Method (GET) to a Python function. When someone visits that URL, Flask automatically triggers the function below it.</a:t>
            </a:r>
          </a:p>
          <a:p>
            <a:pPr marL="0" indent="0">
              <a:buNone/>
            </a:pPr>
            <a:endParaRPr lang="en-US" dirty="0"/>
          </a:p>
          <a:p>
            <a:r>
              <a:rPr lang="en-US" dirty="0" err="1"/>
              <a:t>jsonify</a:t>
            </a:r>
            <a:r>
              <a:rPr lang="en-US" dirty="0"/>
              <a:t>(): This helper function turns your Python dictionary or list into a JSON string. It also sets the "Content-Type" header to application/</a:t>
            </a:r>
            <a:r>
              <a:rPr lang="en-US" dirty="0" err="1"/>
              <a:t>json</a:t>
            </a:r>
            <a:r>
              <a:rPr lang="en-US" dirty="0"/>
              <a:t> so the browser knows exactly how to read the data.</a:t>
            </a:r>
          </a:p>
          <a:p>
            <a:pPr marL="0" indent="0">
              <a:buNone/>
            </a:pPr>
            <a:endParaRPr lang="en-US" dirty="0"/>
          </a:p>
          <a:p>
            <a:pPr marL="0" indent="0">
              <a:buNone/>
            </a:pP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0C78A-F52B-11E3-D6DC-DF0A6B67AB2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DC2FDD1-4936-452A-9F35-2E47A2861DBE}"/>
              </a:ext>
            </a:extLst>
          </p:cNvPr>
          <p:cNvSpPr>
            <a:spLocks noGrp="1"/>
          </p:cNvSpPr>
          <p:nvPr>
            <p:ph idx="1"/>
          </p:nvPr>
        </p:nvSpPr>
        <p:spPr>
          <a:xfrm>
            <a:off x="167148" y="157316"/>
            <a:ext cx="8976852" cy="6700684"/>
          </a:xfrm>
        </p:spPr>
        <p:txBody>
          <a:bodyPr/>
          <a:lstStyle/>
          <a:p>
            <a:endParaRPr lang="en-US" dirty="0"/>
          </a:p>
          <a:p>
            <a:r>
              <a:rPr lang="en-US" dirty="0" err="1"/>
              <a:t>app.run</a:t>
            </a:r>
            <a:r>
              <a:rPr lang="en-US" dirty="0"/>
              <a:t>(debug=True): This starts the local development server. The debug=True mode is very helpful—it automatically restarts the server every time you save a change to your code.</a:t>
            </a:r>
            <a:endParaRPr lang="en-US" b="1" dirty="0"/>
          </a:p>
          <a:p>
            <a:endParaRPr lang="en-US" b="1" dirty="0"/>
          </a:p>
          <a:p>
            <a:pPr marL="0" indent="0">
              <a:buNone/>
            </a:pPr>
            <a:endParaRPr lang="en-US" b="1" dirty="0"/>
          </a:p>
          <a:p>
            <a:r>
              <a:rPr lang="en-US" b="1" dirty="0"/>
              <a:t>Why Flask?</a:t>
            </a:r>
            <a:r>
              <a:rPr lang="en-US" dirty="0"/>
              <a:t> </a:t>
            </a:r>
          </a:p>
          <a:p>
            <a:r>
              <a:rPr lang="en-US" dirty="0"/>
              <a:t>Lightweight, Python-based .</a:t>
            </a:r>
          </a:p>
          <a:p>
            <a:r>
              <a:rPr lang="en-US" dirty="0"/>
              <a:t>Easy to scale from a "Hello World" to a complex system.</a:t>
            </a:r>
          </a:p>
          <a:p>
            <a:r>
              <a:rPr lang="en-US" dirty="0"/>
              <a:t>Flask offers a simple but powerful entry point for backend development.</a:t>
            </a:r>
          </a:p>
          <a:p>
            <a:endParaRPr lang="en-US" dirty="0"/>
          </a:p>
          <a:p>
            <a:endParaRPr lang="en-US" dirty="0"/>
          </a:p>
          <a:p>
            <a:endParaRPr lang="en-IN" dirty="0"/>
          </a:p>
        </p:txBody>
      </p:sp>
    </p:spTree>
    <p:extLst>
      <p:ext uri="{BB962C8B-B14F-4D97-AF65-F5344CB8AC3E}">
        <p14:creationId xmlns:p14="http://schemas.microsoft.com/office/powerpoint/2010/main" val="1132613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027768"/>
            <a:ext cx="7404655" cy="144565"/>
          </a:xfrm>
        </p:spPr>
        <p:txBody>
          <a:bodyPr>
            <a:normAutofit fontScale="90000"/>
          </a:bodyPr>
          <a:lstStyle/>
          <a:p>
            <a:r>
              <a:rPr dirty="0"/>
              <a:t>Conclusion</a:t>
            </a:r>
            <a:r>
              <a:rPr lang="en-IN" dirty="0"/>
              <a:t> :</a:t>
            </a:r>
            <a:endParaRPr dirty="0"/>
          </a:p>
        </p:txBody>
      </p:sp>
      <p:sp>
        <p:nvSpPr>
          <p:cNvPr id="3" name="Content Placeholder 2"/>
          <p:cNvSpPr>
            <a:spLocks noGrp="1"/>
          </p:cNvSpPr>
          <p:nvPr>
            <p:ph idx="1"/>
          </p:nvPr>
        </p:nvSpPr>
        <p:spPr>
          <a:xfrm>
            <a:off x="18699" y="81116"/>
            <a:ext cx="8927691" cy="6695768"/>
          </a:xfrm>
        </p:spPr>
        <p:txBody>
          <a:bodyPr>
            <a:normAutofit fontScale="25000" lnSpcReduction="20000"/>
          </a:bodyPr>
          <a:lstStyle/>
          <a:p>
            <a:endParaRPr lang="en-US" sz="4400" dirty="0"/>
          </a:p>
          <a:p>
            <a:r>
              <a:rPr lang="en-US" sz="4400" dirty="0"/>
              <a:t>. </a:t>
            </a:r>
            <a:r>
              <a:rPr lang="en-US" sz="9600" b="1" dirty="0"/>
              <a:t>The "Who Are You?" (Identity &amp; Security)</a:t>
            </a:r>
          </a:p>
          <a:p>
            <a:r>
              <a:rPr lang="en-US" sz="7200" dirty="0"/>
              <a:t>Since public APIs often cost money to run, companies don't just let anyone use them indefinitely. They use these tools to manage access:</a:t>
            </a:r>
          </a:p>
          <a:p>
            <a:r>
              <a:rPr lang="en-US" sz="8000" b="1" dirty="0"/>
              <a:t>API Key: </a:t>
            </a:r>
            <a:r>
              <a:rPr lang="en-US" sz="7200" dirty="0"/>
              <a:t>Think of this as a Username and Password combined into one long string. It’s a unique identifier that tells the server, "Hey, this is [Your Name] calling." If you leak this on GitHub, someone else can use your "credits."</a:t>
            </a:r>
          </a:p>
          <a:p>
            <a:r>
              <a:rPr lang="en-US" sz="8000" b="1" dirty="0"/>
              <a:t>Authentication (</a:t>
            </a:r>
            <a:r>
              <a:rPr lang="en-US" sz="8000" b="1" dirty="0" err="1"/>
              <a:t>AuthN</a:t>
            </a:r>
            <a:r>
              <a:rPr lang="en-US" sz="8000" b="1" dirty="0"/>
              <a:t>):</a:t>
            </a:r>
            <a:r>
              <a:rPr lang="en-US" sz="7200" dirty="0"/>
              <a:t> The process of proving who you are. (e.g., "I am User #5521").</a:t>
            </a:r>
          </a:p>
          <a:p>
            <a:r>
              <a:rPr lang="en-US" sz="8000" b="1" dirty="0"/>
              <a:t>Authorization (</a:t>
            </a:r>
            <a:r>
              <a:rPr lang="en-US" sz="8000" b="1" dirty="0" err="1"/>
              <a:t>AuthZ</a:t>
            </a:r>
            <a:r>
              <a:rPr lang="en-US" sz="8000" b="1" dirty="0"/>
              <a:t>): </a:t>
            </a:r>
            <a:r>
              <a:rPr lang="en-US" sz="7200" dirty="0"/>
              <a:t>The process of proving what you are allowed to do. (e.g., "User #5521 is allowed to read posts but not delete them").</a:t>
            </a:r>
          </a:p>
          <a:p>
            <a:r>
              <a:rPr lang="en-US" sz="8000" b="1" dirty="0"/>
              <a:t>Bearer Token (OAuth): </a:t>
            </a:r>
            <a:r>
              <a:rPr lang="en-US" sz="7200" dirty="0"/>
              <a:t>A more secure, temporary "pass." Instead of sending your permanent API key every time, you exchange your credentials for a token that might expire in an hour. It’s like a hotel key card—it works for a while, then stops.</a:t>
            </a:r>
          </a:p>
          <a:p>
            <a:pPr marL="0" indent="0">
              <a:buNone/>
            </a:pPr>
            <a:endParaRPr lang="en-US" sz="3400" dirty="0"/>
          </a:p>
          <a:p>
            <a:pPr marL="0" indent="0">
              <a:buNone/>
            </a:pPr>
            <a:r>
              <a:rPr lang="en-US" dirty="0"/>
              <a:t> </a:t>
            </a:r>
          </a:p>
          <a:p>
            <a:pPr marL="0" indent="0">
              <a:buNone/>
            </a:pPr>
            <a:endParaRPr lang="en-US" dirty="0"/>
          </a:p>
          <a:p>
            <a:pPr marL="0" indent="0">
              <a:buNone/>
            </a:pPr>
            <a:endParaRPr lang="en-US" dirty="0"/>
          </a:p>
          <a:p>
            <a:pPr marL="0" indent="0">
              <a:buNone/>
            </a:pPr>
            <a:endParaRPr lang="en-US" sz="5600" dirty="0"/>
          </a:p>
          <a:p>
            <a:r>
              <a:rPr lang="en-US" sz="7200" dirty="0"/>
              <a:t>Understanding APIs is essential for modern software development</a:t>
            </a:r>
            <a:r>
              <a:rPr lang="en-US" sz="6000" dirty="0"/>
              <a:t>.</a:t>
            </a:r>
            <a:endParaRPr lang="en-US" sz="5600" dirty="0"/>
          </a:p>
          <a:p>
            <a:r>
              <a:rPr lang="en-US" sz="6400" dirty="0"/>
              <a:t>REST APIs are widely used because they follow simple HTTP principles.</a:t>
            </a:r>
          </a:p>
          <a:p>
            <a:r>
              <a:rPr lang="en-US" sz="7200" dirty="0"/>
              <a:t>APIs power modern apps</a:t>
            </a:r>
          </a:p>
          <a:p>
            <a:r>
              <a:rPr lang="en-US" sz="7200" dirty="0"/>
              <a:t>Easy to build and use</a:t>
            </a:r>
          </a:p>
          <a:p>
            <a:r>
              <a:rPr lang="en-US" sz="7200" dirty="0"/>
              <a:t>In the code for consuming </a:t>
            </a:r>
            <a:r>
              <a:rPr lang="en-US" sz="7200" dirty="0" err="1"/>
              <a:t>api</a:t>
            </a:r>
            <a:r>
              <a:rPr lang="en-US" sz="7200" dirty="0"/>
              <a:t> if we write </a:t>
            </a:r>
            <a:r>
              <a:rPr lang="en-US" sz="7200" dirty="0" err="1"/>
              <a:t>url</a:t>
            </a:r>
            <a:r>
              <a:rPr lang="en-US" sz="7200" dirty="0"/>
              <a:t> address as</a:t>
            </a:r>
          </a:p>
          <a:p>
            <a:pPr marL="0" indent="0">
              <a:buNone/>
            </a:pPr>
            <a:r>
              <a:rPr lang="en-US" sz="7200" dirty="0"/>
              <a:t>    </a:t>
            </a:r>
            <a:r>
              <a:rPr lang="en-US" sz="7200" dirty="0">
                <a:hlinkClick r:id="rId2"/>
              </a:rPr>
              <a:t>https://public-api-lists.github.io/public-api-lists/api/all.json</a:t>
            </a:r>
            <a:endParaRPr lang="en-US" sz="7200" dirty="0"/>
          </a:p>
          <a:p>
            <a:r>
              <a:rPr lang="en-US" sz="7200" dirty="0"/>
              <a:t> we can assess the </a:t>
            </a:r>
            <a:r>
              <a:rPr lang="en-US" sz="7200" dirty="0" err="1"/>
              <a:t>json</a:t>
            </a:r>
            <a:r>
              <a:rPr lang="en-US" sz="7200" dirty="0"/>
              <a:t> </a:t>
            </a:r>
            <a:r>
              <a:rPr lang="en-US" sz="7200" dirty="0" err="1"/>
              <a:t>api</a:t>
            </a:r>
            <a:r>
              <a:rPr lang="en-US" sz="7200" dirty="0"/>
              <a:t> of KOSS uploaded on git-hub</a:t>
            </a:r>
          </a:p>
          <a:p>
            <a:r>
              <a:rPr lang="en-US" sz="7200" dirty="0"/>
              <a:t>Thank you for your </a:t>
            </a:r>
            <a:r>
              <a:rPr lang="en-US" sz="5600" dirty="0"/>
              <a:t>time</a:t>
            </a:r>
          </a:p>
        </p:txBody>
      </p:sp>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3802</TotalTime>
  <Words>3445</Words>
  <Application>Microsoft Office PowerPoint</Application>
  <PresentationFormat>On-screen Show (4:3)</PresentationFormat>
  <Paragraphs>236</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Unicode MS</vt:lpstr>
      <vt:lpstr>Calibri</vt:lpstr>
      <vt:lpstr>Corbel</vt:lpstr>
      <vt:lpstr>Depth</vt:lpstr>
      <vt:lpstr>API: </vt:lpstr>
      <vt:lpstr>Examples of APIs</vt:lpstr>
      <vt:lpstr>PowerPoint Presentation</vt:lpstr>
      <vt:lpstr>PowerPoint Presentation</vt:lpstr>
      <vt:lpstr>PowerPoint Presentation</vt:lpstr>
      <vt:lpstr>REST API METHODS:</vt:lpstr>
      <vt:lpstr>PowerPoint Presentation</vt:lpstr>
      <vt:lpstr>PowerPoint Presentation</vt:lpstr>
      <vt:lpstr>How to Consume an API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Creating API using Flask</vt:lpstr>
      <vt:lpstr>PowerPoint Presentation</vt:lpstr>
      <vt:lpstr>PowerPoint Presentation</vt:lpstr>
      <vt:lpstr>Conclusion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Sougrakpam Albert Singh</cp:lastModifiedBy>
  <cp:revision>1</cp:revision>
  <dcterms:created xsi:type="dcterms:W3CDTF">2013-01-27T09:14:16Z</dcterms:created>
  <dcterms:modified xsi:type="dcterms:W3CDTF">2026-04-05T10:00:20Z</dcterms:modified>
  <cp:category/>
</cp:coreProperties>
</file>